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0" r:id="rId2"/>
    <p:sldId id="256" r:id="rId3"/>
    <p:sldId id="257" r:id="rId4"/>
    <p:sldId id="258" r:id="rId5"/>
    <p:sldId id="259" r:id="rId6"/>
    <p:sldId id="261" r:id="rId7"/>
    <p:sldId id="262" r:id="rId8"/>
    <p:sldId id="263" r:id="rId9"/>
    <p:sldId id="264" r:id="rId10"/>
    <p:sldId id="265" r:id="rId11"/>
    <p:sldId id="266" r:id="rId12"/>
    <p:sldId id="268" r:id="rId13"/>
    <p:sldId id="267" r:id="rId14"/>
    <p:sldId id="272" r:id="rId15"/>
    <p:sldId id="273" r:id="rId16"/>
    <p:sldId id="274" r:id="rId17"/>
    <p:sldId id="275" r:id="rId18"/>
    <p:sldId id="276" r:id="rId19"/>
    <p:sldId id="277" r:id="rId20"/>
    <p:sldId id="278" r:id="rId21"/>
    <p:sldId id="279"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2812BAE-602A-4405-A012-1C78810EBE88}">
          <p14:sldIdLst>
            <p14:sldId id="260"/>
            <p14:sldId id="256"/>
            <p14:sldId id="257"/>
            <p14:sldId id="258"/>
            <p14:sldId id="259"/>
            <p14:sldId id="261"/>
            <p14:sldId id="262"/>
            <p14:sldId id="263"/>
            <p14:sldId id="264"/>
            <p14:sldId id="265"/>
            <p14:sldId id="266"/>
            <p14:sldId id="268"/>
            <p14:sldId id="267"/>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9090"/>
    <a:srgbClr val="525252"/>
    <a:srgbClr val="4B4747"/>
    <a:srgbClr val="6262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6CCD2-3D69-4C57-9D7E-36A42B3F4996}" v="913" dt="2024-12-14T19:29:39.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23" autoAdjust="0"/>
    <p:restoredTop sz="94660"/>
  </p:normalViewPr>
  <p:slideViewPr>
    <p:cSldViewPr snapToGrid="0">
      <p:cViewPr varScale="1">
        <p:scale>
          <a:sx n="90" d="100"/>
          <a:sy n="90" d="100"/>
        </p:scale>
        <p:origin x="51" y="1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clen 轩" userId="ec731eaab7075a35" providerId="LiveId" clId="{01D6CCD2-3D69-4C57-9D7E-36A42B3F4996}"/>
    <pc:docChg chg="undo redo custSel addSld delSld modSld sldOrd addSection delSection modSection">
      <pc:chgData name="Maclen 轩" userId="ec731eaab7075a35" providerId="LiveId" clId="{01D6CCD2-3D69-4C57-9D7E-36A42B3F4996}" dt="2024-12-14T19:29:53.819" v="6825" actId="1076"/>
      <pc:docMkLst>
        <pc:docMk/>
      </pc:docMkLst>
      <pc:sldChg chg="addSp delSp modSp new mod modTransition setBg delAnim modAnim chgLayout">
        <pc:chgData name="Maclen 轩" userId="ec731eaab7075a35" providerId="LiveId" clId="{01D6CCD2-3D69-4C57-9D7E-36A42B3F4996}" dt="2024-12-03T00:23:21.990" v="6124" actId="1076"/>
        <pc:sldMkLst>
          <pc:docMk/>
          <pc:sldMk cId="2825349947" sldId="256"/>
        </pc:sldMkLst>
        <pc:spChg chg="add mod">
          <ac:chgData name="Maclen 轩" userId="ec731eaab7075a35" providerId="LiveId" clId="{01D6CCD2-3D69-4C57-9D7E-36A42B3F4996}" dt="2024-12-01T01:55:58.042" v="4633" actId="1076"/>
          <ac:spMkLst>
            <pc:docMk/>
            <pc:sldMk cId="2825349947" sldId="256"/>
            <ac:spMk id="12" creationId="{7A6C162B-D2A7-EDAB-1F38-B6731BA0311C}"/>
          </ac:spMkLst>
        </pc:spChg>
        <pc:spChg chg="add mod">
          <ac:chgData name="Maclen 轩" userId="ec731eaab7075a35" providerId="LiveId" clId="{01D6CCD2-3D69-4C57-9D7E-36A42B3F4996}" dt="2024-11-28T21:32:55.671" v="178" actId="164"/>
          <ac:spMkLst>
            <pc:docMk/>
            <pc:sldMk cId="2825349947" sldId="256"/>
            <ac:spMk id="13" creationId="{DE47D0A1-1F83-BE6F-A943-5C873C994A0A}"/>
          </ac:spMkLst>
        </pc:spChg>
        <pc:spChg chg="add mod">
          <ac:chgData name="Maclen 轩" userId="ec731eaab7075a35" providerId="LiveId" clId="{01D6CCD2-3D69-4C57-9D7E-36A42B3F4996}" dt="2024-11-28T21:32:59.689" v="179" actId="164"/>
          <ac:spMkLst>
            <pc:docMk/>
            <pc:sldMk cId="2825349947" sldId="256"/>
            <ac:spMk id="14" creationId="{58A26FAB-CE26-0309-6386-E49BEE9EF8C6}"/>
          </ac:spMkLst>
        </pc:spChg>
        <pc:spChg chg="add mod">
          <ac:chgData name="Maclen 轩" userId="ec731eaab7075a35" providerId="LiveId" clId="{01D6CCD2-3D69-4C57-9D7E-36A42B3F4996}" dt="2024-12-03T00:23:12.633" v="6122" actId="1076"/>
          <ac:spMkLst>
            <pc:docMk/>
            <pc:sldMk cId="2825349947" sldId="256"/>
            <ac:spMk id="16" creationId="{BACE5825-3DFD-19BD-CC2B-F3A928FF1E39}"/>
          </ac:spMkLst>
        </pc:spChg>
        <pc:spChg chg="add mod">
          <ac:chgData name="Maclen 轩" userId="ec731eaab7075a35" providerId="LiveId" clId="{01D6CCD2-3D69-4C57-9D7E-36A42B3F4996}" dt="2024-12-03T00:23:21.990" v="6124" actId="1076"/>
          <ac:spMkLst>
            <pc:docMk/>
            <pc:sldMk cId="2825349947" sldId="256"/>
            <ac:spMk id="17" creationId="{01D2D8DD-6DE5-A01D-2EA8-87F234C9E86A}"/>
          </ac:spMkLst>
        </pc:spChg>
        <pc:spChg chg="add mod">
          <ac:chgData name="Maclen 轩" userId="ec731eaab7075a35" providerId="LiveId" clId="{01D6CCD2-3D69-4C57-9D7E-36A42B3F4996}" dt="2024-11-28T21:32:59.689" v="179" actId="164"/>
          <ac:spMkLst>
            <pc:docMk/>
            <pc:sldMk cId="2825349947" sldId="256"/>
            <ac:spMk id="18" creationId="{98D0E169-0FD0-59DA-D0D6-83DD3D968B2D}"/>
          </ac:spMkLst>
        </pc:spChg>
        <pc:grpChg chg="add mod">
          <ac:chgData name="Maclen 轩" userId="ec731eaab7075a35" providerId="LiveId" clId="{01D6CCD2-3D69-4C57-9D7E-36A42B3F4996}" dt="2024-11-29T02:34:56.880" v="3252" actId="1076"/>
          <ac:grpSpMkLst>
            <pc:docMk/>
            <pc:sldMk cId="2825349947" sldId="256"/>
            <ac:grpSpMk id="20" creationId="{F94ECDC4-F2DD-C5B0-D797-77C0FB7C62AE}"/>
          </ac:grpSpMkLst>
        </pc:grpChg>
        <pc:grpChg chg="add mod">
          <ac:chgData name="Maclen 轩" userId="ec731eaab7075a35" providerId="LiveId" clId="{01D6CCD2-3D69-4C57-9D7E-36A42B3F4996}" dt="2024-11-28T21:57:43.854" v="183" actId="1076"/>
          <ac:grpSpMkLst>
            <pc:docMk/>
            <pc:sldMk cId="2825349947" sldId="256"/>
            <ac:grpSpMk id="21" creationId="{B4D34C6B-63BE-86C5-E19C-C965F247222E}"/>
          </ac:grpSpMkLst>
        </pc:grpChg>
        <pc:grpChg chg="add mod">
          <ac:chgData name="Maclen 轩" userId="ec731eaab7075a35" providerId="LiveId" clId="{01D6CCD2-3D69-4C57-9D7E-36A42B3F4996}" dt="2024-11-28T21:57:43.854" v="183" actId="1076"/>
          <ac:grpSpMkLst>
            <pc:docMk/>
            <pc:sldMk cId="2825349947" sldId="256"/>
            <ac:grpSpMk id="22" creationId="{2ABCE05F-CD6B-D60C-0198-CACDD5DB20C3}"/>
          </ac:grpSpMkLst>
        </pc:grpChg>
        <pc:picChg chg="add mod ord">
          <ac:chgData name="Maclen 轩" userId="ec731eaab7075a35" providerId="LiveId" clId="{01D6CCD2-3D69-4C57-9D7E-36A42B3F4996}" dt="2024-11-28T22:00:20.806" v="205" actId="167"/>
          <ac:picMkLst>
            <pc:docMk/>
            <pc:sldMk cId="2825349947" sldId="256"/>
            <ac:picMk id="27" creationId="{AA7FF7A0-A33B-169C-E239-1363D690C05C}"/>
          </ac:picMkLst>
        </pc:picChg>
        <pc:picChg chg="add mod ord">
          <ac:chgData name="Maclen 轩" userId="ec731eaab7075a35" providerId="LiveId" clId="{01D6CCD2-3D69-4C57-9D7E-36A42B3F4996}" dt="2024-11-28T22:00:42.141" v="211" actId="167"/>
          <ac:picMkLst>
            <pc:docMk/>
            <pc:sldMk cId="2825349947" sldId="256"/>
            <ac:picMk id="29" creationId="{90F72D0C-A3ED-115D-E2B1-92A0616350A3}"/>
          </ac:picMkLst>
        </pc:picChg>
        <pc:picChg chg="add mod ord">
          <ac:chgData name="Maclen 轩" userId="ec731eaab7075a35" providerId="LiveId" clId="{01D6CCD2-3D69-4C57-9D7E-36A42B3F4996}" dt="2024-11-29T02:35:25.343" v="3258" actId="167"/>
          <ac:picMkLst>
            <pc:docMk/>
            <pc:sldMk cId="2825349947" sldId="256"/>
            <ac:picMk id="33" creationId="{289460C1-3DD7-EFF8-5B57-67ECAC765CF8}"/>
          </ac:picMkLst>
        </pc:picChg>
      </pc:sldChg>
      <pc:sldChg chg="addSp delSp modSp mod modTransition setBg">
        <pc:chgData name="Maclen 轩" userId="ec731eaab7075a35" providerId="LiveId" clId="{01D6CCD2-3D69-4C57-9D7E-36A42B3F4996}" dt="2024-12-06T02:41:13.093" v="6438" actId="1076"/>
        <pc:sldMkLst>
          <pc:docMk/>
          <pc:sldMk cId="1972509769" sldId="257"/>
        </pc:sldMkLst>
        <pc:spChg chg="add mod">
          <ac:chgData name="Maclen 轩" userId="ec731eaab7075a35" providerId="LiveId" clId="{01D6CCD2-3D69-4C57-9D7E-36A42B3F4996}" dt="2024-12-06T02:41:13.093" v="6438" actId="1076"/>
          <ac:spMkLst>
            <pc:docMk/>
            <pc:sldMk cId="1972509769" sldId="257"/>
            <ac:spMk id="2" creationId="{63A50B12-A75C-FFCA-54A9-CBEBD20888AB}"/>
          </ac:spMkLst>
        </pc:spChg>
        <pc:spChg chg="mod">
          <ac:chgData name="Maclen 轩" userId="ec731eaab7075a35" providerId="LiveId" clId="{01D6CCD2-3D69-4C57-9D7E-36A42B3F4996}" dt="2024-11-28T22:03:59.392" v="233" actId="1076"/>
          <ac:spMkLst>
            <pc:docMk/>
            <pc:sldMk cId="1972509769" sldId="257"/>
            <ac:spMk id="12" creationId="{1934D506-E1FB-2496-5BD4-D2127E8FA53C}"/>
          </ac:spMkLst>
        </pc:spChg>
        <pc:spChg chg="mod">
          <ac:chgData name="Maclen 轩" userId="ec731eaab7075a35" providerId="LiveId" clId="{01D6CCD2-3D69-4C57-9D7E-36A42B3F4996}" dt="2024-11-29T00:35:30.571" v="2869" actId="1076"/>
          <ac:spMkLst>
            <pc:docMk/>
            <pc:sldMk cId="1972509769" sldId="257"/>
            <ac:spMk id="13" creationId="{6AFDD712-98CE-2FC5-B213-1EF8852D0BD7}"/>
          </ac:spMkLst>
        </pc:spChg>
        <pc:spChg chg="mod">
          <ac:chgData name="Maclen 轩" userId="ec731eaab7075a35" providerId="LiveId" clId="{01D6CCD2-3D69-4C57-9D7E-36A42B3F4996}" dt="2024-11-28T22:05:10.385" v="239" actId="1076"/>
          <ac:spMkLst>
            <pc:docMk/>
            <pc:sldMk cId="1972509769" sldId="257"/>
            <ac:spMk id="16" creationId="{A1187E6D-9B78-D64D-829E-13F798CA85B3}"/>
          </ac:spMkLst>
        </pc:spChg>
        <pc:grpChg chg="mod">
          <ac:chgData name="Maclen 轩" userId="ec731eaab7075a35" providerId="LiveId" clId="{01D6CCD2-3D69-4C57-9D7E-36A42B3F4996}" dt="2024-12-03T00:26:34.587" v="6145" actId="1076"/>
          <ac:grpSpMkLst>
            <pc:docMk/>
            <pc:sldMk cId="1972509769" sldId="257"/>
            <ac:grpSpMk id="20" creationId="{D40BA426-A7B6-BADC-5824-FD77126445CA}"/>
          </ac:grpSpMkLst>
        </pc:grpChg>
        <pc:grpChg chg="mod">
          <ac:chgData name="Maclen 轩" userId="ec731eaab7075a35" providerId="LiveId" clId="{01D6CCD2-3D69-4C57-9D7E-36A42B3F4996}" dt="2024-11-29T01:26:13.063" v="3068" actId="14100"/>
          <ac:grpSpMkLst>
            <pc:docMk/>
            <pc:sldMk cId="1972509769" sldId="257"/>
            <ac:grpSpMk id="21" creationId="{11AA1267-2E5E-E8AF-071C-2DB0C5739F9A}"/>
          </ac:grpSpMkLst>
        </pc:grpChg>
        <pc:grpChg chg="mod">
          <ac:chgData name="Maclen 轩" userId="ec731eaab7075a35" providerId="LiveId" clId="{01D6CCD2-3D69-4C57-9D7E-36A42B3F4996}" dt="2024-11-28T22:05:24.012" v="241" actId="1076"/>
          <ac:grpSpMkLst>
            <pc:docMk/>
            <pc:sldMk cId="1972509769" sldId="257"/>
            <ac:grpSpMk id="22" creationId="{9961FBA6-4789-6C0C-A5D3-66CFA602106E}"/>
          </ac:grpSpMkLst>
        </pc:grpChg>
        <pc:picChg chg="add mod ord">
          <ac:chgData name="Maclen 轩" userId="ec731eaab7075a35" providerId="LiveId" clId="{01D6CCD2-3D69-4C57-9D7E-36A42B3F4996}" dt="2024-11-29T00:36:17.255" v="2877" actId="167"/>
          <ac:picMkLst>
            <pc:docMk/>
            <pc:sldMk cId="1972509769" sldId="257"/>
            <ac:picMk id="7" creationId="{73B528ED-B7E7-645A-90C7-9B041FFEDE9A}"/>
          </ac:picMkLst>
        </pc:picChg>
        <pc:picChg chg="add mod ord">
          <ac:chgData name="Maclen 轩" userId="ec731eaab7075a35" providerId="LiveId" clId="{01D6CCD2-3D69-4C57-9D7E-36A42B3F4996}" dt="2024-12-06T02:36:46.818" v="6400"/>
          <ac:picMkLst>
            <pc:docMk/>
            <pc:sldMk cId="1972509769" sldId="257"/>
            <ac:picMk id="9" creationId="{2E72579E-3461-6CBA-EBC6-2A25F3164921}"/>
          </ac:picMkLst>
        </pc:picChg>
        <pc:picChg chg="mod">
          <ac:chgData name="Maclen 轩" userId="ec731eaab7075a35" providerId="LiveId" clId="{01D6CCD2-3D69-4C57-9D7E-36A42B3F4996}" dt="2024-11-28T22:05:24.012" v="241" actId="1076"/>
          <ac:picMkLst>
            <pc:docMk/>
            <pc:sldMk cId="1972509769" sldId="257"/>
            <ac:picMk id="29" creationId="{1145706D-3150-9294-C634-6785C78A091C}"/>
          </ac:picMkLst>
        </pc:picChg>
      </pc:sldChg>
      <pc:sldChg chg="addSp delSp modSp mod modTransition setBg modAnim">
        <pc:chgData name="Maclen 轩" userId="ec731eaab7075a35" providerId="LiveId" clId="{01D6CCD2-3D69-4C57-9D7E-36A42B3F4996}" dt="2024-12-06T02:37:33.812" v="6418" actId="1076"/>
        <pc:sldMkLst>
          <pc:docMk/>
          <pc:sldMk cId="3048860503" sldId="258"/>
        </pc:sldMkLst>
        <pc:spChg chg="add mod">
          <ac:chgData name="Maclen 轩" userId="ec731eaab7075a35" providerId="LiveId" clId="{01D6CCD2-3D69-4C57-9D7E-36A42B3F4996}" dt="2024-12-06T02:37:33.812" v="6418" actId="1076"/>
          <ac:spMkLst>
            <pc:docMk/>
            <pc:sldMk cId="3048860503" sldId="258"/>
            <ac:spMk id="4" creationId="{B39BC6D2-A70D-D6BD-CC7B-2147400F305B}"/>
          </ac:spMkLst>
        </pc:spChg>
        <pc:spChg chg="mod">
          <ac:chgData name="Maclen 轩" userId="ec731eaab7075a35" providerId="LiveId" clId="{01D6CCD2-3D69-4C57-9D7E-36A42B3F4996}" dt="2024-11-29T02:37:38.940" v="3403"/>
          <ac:spMkLst>
            <pc:docMk/>
            <pc:sldMk cId="3048860503" sldId="258"/>
            <ac:spMk id="11" creationId="{7B00BF04-FBDF-CCCB-5B7C-6759A794C574}"/>
          </ac:spMkLst>
        </pc:spChg>
        <pc:spChg chg="mod">
          <ac:chgData name="Maclen 轩" userId="ec731eaab7075a35" providerId="LiveId" clId="{01D6CCD2-3D69-4C57-9D7E-36A42B3F4996}" dt="2024-11-28T22:06:44.712" v="268" actId="1076"/>
          <ac:spMkLst>
            <pc:docMk/>
            <pc:sldMk cId="3048860503" sldId="258"/>
            <ac:spMk id="13" creationId="{75A64B69-5D32-BD62-4454-BB052C1D9FE3}"/>
          </ac:spMkLst>
        </pc:spChg>
        <pc:spChg chg="mod">
          <ac:chgData name="Maclen 轩" userId="ec731eaab7075a35" providerId="LiveId" clId="{01D6CCD2-3D69-4C57-9D7E-36A42B3F4996}" dt="2024-11-29T02:37:38.940" v="3403"/>
          <ac:spMkLst>
            <pc:docMk/>
            <pc:sldMk cId="3048860503" sldId="258"/>
            <ac:spMk id="15" creationId="{62CF01E9-B0E3-494D-0C7C-1973CC0A6E1B}"/>
          </ac:spMkLst>
        </pc:spChg>
        <pc:grpChg chg="add del mod">
          <ac:chgData name="Maclen 轩" userId="ec731eaab7075a35" providerId="LiveId" clId="{01D6CCD2-3D69-4C57-9D7E-36A42B3F4996}" dt="2024-12-03T00:26:36.209" v="6149" actId="478"/>
          <ac:grpSpMkLst>
            <pc:docMk/>
            <pc:sldMk cId="3048860503" sldId="258"/>
            <ac:grpSpMk id="10" creationId="{3242455F-4DD1-804E-816A-AD70CEE460E3}"/>
          </ac:grpSpMkLst>
        </pc:grpChg>
        <pc:grpChg chg="mod">
          <ac:chgData name="Maclen 轩" userId="ec731eaab7075a35" providerId="LiveId" clId="{01D6CCD2-3D69-4C57-9D7E-36A42B3F4996}" dt="2024-12-03T00:26:35.507" v="6148" actId="1076"/>
          <ac:grpSpMkLst>
            <pc:docMk/>
            <pc:sldMk cId="3048860503" sldId="258"/>
            <ac:grpSpMk id="21" creationId="{E23E0630-A0CF-800E-5172-0D42C7052899}"/>
          </ac:grpSpMkLst>
        </pc:grpChg>
        <pc:grpChg chg="mod">
          <ac:chgData name="Maclen 轩" userId="ec731eaab7075a35" providerId="LiveId" clId="{01D6CCD2-3D69-4C57-9D7E-36A42B3F4996}" dt="2024-12-03T00:26:33.791" v="6142" actId="1076"/>
          <ac:grpSpMkLst>
            <pc:docMk/>
            <pc:sldMk cId="3048860503" sldId="258"/>
            <ac:grpSpMk id="22" creationId="{62B776FB-6FC4-974B-9A7C-2168710C7819}"/>
          </ac:grpSpMkLst>
        </pc:grpChg>
        <pc:picChg chg="add mod ord">
          <ac:chgData name="Maclen 轩" userId="ec731eaab7075a35" providerId="LiveId" clId="{01D6CCD2-3D69-4C57-9D7E-36A42B3F4996}" dt="2024-12-06T02:37:04.813" v="6404" actId="1076"/>
          <ac:picMkLst>
            <pc:docMk/>
            <pc:sldMk cId="3048860503" sldId="258"/>
            <ac:picMk id="6" creationId="{40AF86C4-3DBC-7F97-2D93-000E3DBE592E}"/>
          </ac:picMkLst>
        </pc:picChg>
        <pc:picChg chg="add mod ord">
          <ac:chgData name="Maclen 轩" userId="ec731eaab7075a35" providerId="LiveId" clId="{01D6CCD2-3D69-4C57-9D7E-36A42B3F4996}" dt="2024-11-29T02:09:38.401" v="3240" actId="167"/>
          <ac:picMkLst>
            <pc:docMk/>
            <pc:sldMk cId="3048860503" sldId="258"/>
            <ac:picMk id="8" creationId="{F881B3F1-79A3-3B50-BE45-4983A8C64C16}"/>
          </ac:picMkLst>
        </pc:picChg>
        <pc:picChg chg="add del mod">
          <ac:chgData name="Maclen 轩" userId="ec731eaab7075a35" providerId="LiveId" clId="{01D6CCD2-3D69-4C57-9D7E-36A42B3F4996}" dt="2024-12-03T00:26:36.209" v="6149" actId="478"/>
          <ac:picMkLst>
            <pc:docMk/>
            <pc:sldMk cId="3048860503" sldId="258"/>
            <ac:picMk id="9" creationId="{D49765F9-2BE3-0E72-A43C-E8080DC91600}"/>
          </ac:picMkLst>
        </pc:picChg>
      </pc:sldChg>
      <pc:sldChg chg="addSp delSp modSp mod modTransition setBg delAnim modAnim">
        <pc:chgData name="Maclen 轩" userId="ec731eaab7075a35" providerId="LiveId" clId="{01D6CCD2-3D69-4C57-9D7E-36A42B3F4996}" dt="2024-12-06T02:38:24.746" v="6430" actId="1076"/>
        <pc:sldMkLst>
          <pc:docMk/>
          <pc:sldMk cId="203852439" sldId="259"/>
        </pc:sldMkLst>
        <pc:spChg chg="add mod">
          <ac:chgData name="Maclen 轩" userId="ec731eaab7075a35" providerId="LiveId" clId="{01D6CCD2-3D69-4C57-9D7E-36A42B3F4996}" dt="2024-12-06T02:38:24.746" v="6430" actId="1076"/>
          <ac:spMkLst>
            <pc:docMk/>
            <pc:sldMk cId="203852439" sldId="259"/>
            <ac:spMk id="9" creationId="{0A8D88BC-9588-4486-CCC6-52D0090A867C}"/>
          </ac:spMkLst>
        </pc:spChg>
        <pc:grpChg chg="mod">
          <ac:chgData name="Maclen 轩" userId="ec731eaab7075a35" providerId="LiveId" clId="{01D6CCD2-3D69-4C57-9D7E-36A42B3F4996}" dt="2024-11-29T00:37:24.790" v="2889" actId="1076"/>
          <ac:grpSpMkLst>
            <pc:docMk/>
            <pc:sldMk cId="203852439" sldId="259"/>
            <ac:grpSpMk id="20" creationId="{FE7C76E8-03F1-951E-3F5B-32B1274751A6}"/>
          </ac:grpSpMkLst>
        </pc:grpChg>
        <pc:grpChg chg="mod">
          <ac:chgData name="Maclen 轩" userId="ec731eaab7075a35" providerId="LiveId" clId="{01D6CCD2-3D69-4C57-9D7E-36A42B3F4996}" dt="2024-11-29T01:25:34.328" v="3065" actId="14100"/>
          <ac:grpSpMkLst>
            <pc:docMk/>
            <pc:sldMk cId="203852439" sldId="259"/>
            <ac:grpSpMk id="21" creationId="{59E95A16-2ED8-3193-3FC0-A10A97EF8D61}"/>
          </ac:grpSpMkLst>
        </pc:grpChg>
        <pc:grpChg chg="mod">
          <ac:chgData name="Maclen 轩" userId="ec731eaab7075a35" providerId="LiveId" clId="{01D6CCD2-3D69-4C57-9D7E-36A42B3F4996}" dt="2024-11-29T02:08:28.647" v="3225" actId="1076"/>
          <ac:grpSpMkLst>
            <pc:docMk/>
            <pc:sldMk cId="203852439" sldId="259"/>
            <ac:grpSpMk id="22" creationId="{0A52580B-A481-9418-4A84-078F7890EF2D}"/>
          </ac:grpSpMkLst>
        </pc:grpChg>
        <pc:picChg chg="add mod ord">
          <ac:chgData name="Maclen 轩" userId="ec731eaab7075a35" providerId="LiveId" clId="{01D6CCD2-3D69-4C57-9D7E-36A42B3F4996}" dt="2024-11-29T00:37:15.331" v="2887" actId="167"/>
          <ac:picMkLst>
            <pc:docMk/>
            <pc:sldMk cId="203852439" sldId="259"/>
            <ac:picMk id="3" creationId="{4ACB18F8-7CB3-2DBC-112A-B81A4106B087}"/>
          </ac:picMkLst>
        </pc:picChg>
        <pc:picChg chg="add mod ord">
          <ac:chgData name="Maclen 轩" userId="ec731eaab7075a35" providerId="LiveId" clId="{01D6CCD2-3D69-4C57-9D7E-36A42B3F4996}" dt="2024-11-29T00:38:25.090" v="2900" actId="167"/>
          <ac:picMkLst>
            <pc:docMk/>
            <pc:sldMk cId="203852439" sldId="259"/>
            <ac:picMk id="5" creationId="{DD58799B-6671-DB34-6B32-61E01992EE28}"/>
          </ac:picMkLst>
        </pc:picChg>
        <pc:picChg chg="add mod ord">
          <ac:chgData name="Maclen 轩" userId="ec731eaab7075a35" providerId="LiveId" clId="{01D6CCD2-3D69-4C57-9D7E-36A42B3F4996}" dt="2024-11-29T02:08:11.256" v="3222" actId="14100"/>
          <ac:picMkLst>
            <pc:docMk/>
            <pc:sldMk cId="203852439" sldId="259"/>
            <ac:picMk id="8" creationId="{D0A923E5-6A61-29B8-7DE1-E8175A813892}"/>
          </ac:picMkLst>
        </pc:picChg>
      </pc:sldChg>
      <pc:sldChg chg="modSp del mod setBg">
        <pc:chgData name="Maclen 轩" userId="ec731eaab7075a35" providerId="LiveId" clId="{01D6CCD2-3D69-4C57-9D7E-36A42B3F4996}" dt="2024-11-28T22:13:37.478" v="573" actId="2696"/>
        <pc:sldMkLst>
          <pc:docMk/>
          <pc:sldMk cId="745542848" sldId="259"/>
        </pc:sldMkLst>
      </pc:sldChg>
      <pc:sldChg chg="modSp del mod setBg">
        <pc:chgData name="Maclen 轩" userId="ec731eaab7075a35" providerId="LiveId" clId="{01D6CCD2-3D69-4C57-9D7E-36A42B3F4996}" dt="2024-11-28T22:11:24.993" v="559" actId="2696"/>
        <pc:sldMkLst>
          <pc:docMk/>
          <pc:sldMk cId="4165215611" sldId="259"/>
        </pc:sldMkLst>
      </pc:sldChg>
      <pc:sldChg chg="addSp delSp modSp new mod ord modTransition setBg modAnim chgLayout">
        <pc:chgData name="Maclen 轩" userId="ec731eaab7075a35" providerId="LiveId" clId="{01D6CCD2-3D69-4C57-9D7E-36A42B3F4996}" dt="2024-12-14T19:25:53.875" v="6820" actId="20577"/>
        <pc:sldMkLst>
          <pc:docMk/>
          <pc:sldMk cId="4074047226" sldId="260"/>
        </pc:sldMkLst>
        <pc:spChg chg="add mod">
          <ac:chgData name="Maclen 轩" userId="ec731eaab7075a35" providerId="LiveId" clId="{01D6CCD2-3D69-4C57-9D7E-36A42B3F4996}" dt="2024-12-14T18:36:13.366" v="6557" actId="1076"/>
          <ac:spMkLst>
            <pc:docMk/>
            <pc:sldMk cId="4074047226" sldId="260"/>
            <ac:spMk id="6" creationId="{BC8114D8-9877-F79A-FC42-AD8D278B57D2}"/>
          </ac:spMkLst>
        </pc:spChg>
        <pc:spChg chg="add mod">
          <ac:chgData name="Maclen 轩" userId="ec731eaab7075a35" providerId="LiveId" clId="{01D6CCD2-3D69-4C57-9D7E-36A42B3F4996}" dt="2024-12-14T19:25:53.875" v="6820" actId="20577"/>
          <ac:spMkLst>
            <pc:docMk/>
            <pc:sldMk cId="4074047226" sldId="260"/>
            <ac:spMk id="7" creationId="{CD08CDED-F7BB-1797-B7B1-07DEDFA4E5BA}"/>
          </ac:spMkLst>
        </pc:spChg>
      </pc:sldChg>
      <pc:sldChg chg="addSp delSp modSp new mod modTransition setBg delAnim modAnim">
        <pc:chgData name="Maclen 轩" userId="ec731eaab7075a35" providerId="LiveId" clId="{01D6CCD2-3D69-4C57-9D7E-36A42B3F4996}" dt="2024-12-02T02:45:13.144" v="5788"/>
        <pc:sldMkLst>
          <pc:docMk/>
          <pc:sldMk cId="337084099" sldId="261"/>
        </pc:sldMkLst>
        <pc:spChg chg="add mod">
          <ac:chgData name="Maclen 轩" userId="ec731eaab7075a35" providerId="LiveId" clId="{01D6CCD2-3D69-4C57-9D7E-36A42B3F4996}" dt="2024-12-01T15:02:57.872" v="5088" actId="113"/>
          <ac:spMkLst>
            <pc:docMk/>
            <pc:sldMk cId="337084099" sldId="261"/>
            <ac:spMk id="4" creationId="{368BBD9A-DCED-4463-C865-AF278662C16F}"/>
          </ac:spMkLst>
        </pc:spChg>
        <pc:spChg chg="add mod">
          <ac:chgData name="Maclen 轩" userId="ec731eaab7075a35" providerId="LiveId" clId="{01D6CCD2-3D69-4C57-9D7E-36A42B3F4996}" dt="2024-11-30T04:28:53.031" v="3534" actId="1076"/>
          <ac:spMkLst>
            <pc:docMk/>
            <pc:sldMk cId="337084099" sldId="261"/>
            <ac:spMk id="17" creationId="{3F99A995-7BBC-97FD-245A-29F580C8A080}"/>
          </ac:spMkLst>
        </pc:spChg>
        <pc:spChg chg="add mod">
          <ac:chgData name="Maclen 轩" userId="ec731eaab7075a35" providerId="LiveId" clId="{01D6CCD2-3D69-4C57-9D7E-36A42B3F4996}" dt="2024-11-30T04:59:53.099" v="3779" actId="115"/>
          <ac:spMkLst>
            <pc:docMk/>
            <pc:sldMk cId="337084099" sldId="261"/>
            <ac:spMk id="24" creationId="{D00763DD-F7C5-F5C1-4034-64856ACA33B4}"/>
          </ac:spMkLst>
        </pc:spChg>
        <pc:spChg chg="add mod">
          <ac:chgData name="Maclen 轩" userId="ec731eaab7075a35" providerId="LiveId" clId="{01D6CCD2-3D69-4C57-9D7E-36A42B3F4996}" dt="2024-11-30T17:48:53.209" v="4422" actId="164"/>
          <ac:spMkLst>
            <pc:docMk/>
            <pc:sldMk cId="337084099" sldId="261"/>
            <ac:spMk id="25" creationId="{C503C6CE-BF6C-2527-CDF6-1545F868119D}"/>
          </ac:spMkLst>
        </pc:spChg>
        <pc:spChg chg="add mod">
          <ac:chgData name="Maclen 轩" userId="ec731eaab7075a35" providerId="LiveId" clId="{01D6CCD2-3D69-4C57-9D7E-36A42B3F4996}" dt="2024-11-30T17:48:53.209" v="4422" actId="164"/>
          <ac:spMkLst>
            <pc:docMk/>
            <pc:sldMk cId="337084099" sldId="261"/>
            <ac:spMk id="27" creationId="{9D2D0B73-35F3-DD7A-D958-73AAB594EB79}"/>
          </ac:spMkLst>
        </pc:spChg>
        <pc:spChg chg="add mod">
          <ac:chgData name="Maclen 轩" userId="ec731eaab7075a35" providerId="LiveId" clId="{01D6CCD2-3D69-4C57-9D7E-36A42B3F4996}" dt="2024-11-30T17:48:53.209" v="4422" actId="164"/>
          <ac:spMkLst>
            <pc:docMk/>
            <pc:sldMk cId="337084099" sldId="261"/>
            <ac:spMk id="28" creationId="{E41FB0DA-75CD-B136-CAEB-78E7F77D05B6}"/>
          </ac:spMkLst>
        </pc:spChg>
        <pc:spChg chg="add mod">
          <ac:chgData name="Maclen 轩" userId="ec731eaab7075a35" providerId="LiveId" clId="{01D6CCD2-3D69-4C57-9D7E-36A42B3F4996}" dt="2024-12-01T15:01:37.612" v="5082" actId="20577"/>
          <ac:spMkLst>
            <pc:docMk/>
            <pc:sldMk cId="337084099" sldId="261"/>
            <ac:spMk id="29" creationId="{16F4803F-699A-1251-FBAC-145189C9BD2F}"/>
          </ac:spMkLst>
        </pc:spChg>
        <pc:grpChg chg="add mod">
          <ac:chgData name="Maclen 轩" userId="ec731eaab7075a35" providerId="LiveId" clId="{01D6CCD2-3D69-4C57-9D7E-36A42B3F4996}" dt="2024-11-30T17:49:12.180" v="4424" actId="1076"/>
          <ac:grpSpMkLst>
            <pc:docMk/>
            <pc:sldMk cId="337084099" sldId="261"/>
            <ac:grpSpMk id="5" creationId="{4C5411A4-9575-0FB9-8940-A37A8CF9CAE1}"/>
          </ac:grpSpMkLst>
        </pc:grpChg>
        <pc:picChg chg="add mod ord">
          <ac:chgData name="Maclen 轩" userId="ec731eaab7075a35" providerId="LiveId" clId="{01D6CCD2-3D69-4C57-9D7E-36A42B3F4996}" dt="2024-12-01T15:01:21.618" v="5078" actId="167"/>
          <ac:picMkLst>
            <pc:docMk/>
            <pc:sldMk cId="337084099" sldId="261"/>
            <ac:picMk id="3" creationId="{79B63051-C6DB-85FD-2389-1FBF7295AD5D}"/>
          </ac:picMkLst>
        </pc:picChg>
        <pc:cxnChg chg="add mod">
          <ac:chgData name="Maclen 轩" userId="ec731eaab7075a35" providerId="LiveId" clId="{01D6CCD2-3D69-4C57-9D7E-36A42B3F4996}" dt="2024-11-30T04:36:42.853" v="3614" actId="1076"/>
          <ac:cxnSpMkLst>
            <pc:docMk/>
            <pc:sldMk cId="337084099" sldId="261"/>
            <ac:cxnSpMk id="9" creationId="{172FE7CC-3464-63AC-C06F-1D7F3BA32A11}"/>
          </ac:cxnSpMkLst>
        </pc:cxnChg>
      </pc:sldChg>
      <pc:sldChg chg="addSp delSp modSp new del mod setBg modAnim">
        <pc:chgData name="Maclen 轩" userId="ec731eaab7075a35" providerId="LiveId" clId="{01D6CCD2-3D69-4C57-9D7E-36A42B3F4996}" dt="2024-11-29T04:29:30.025" v="3431" actId="2696"/>
        <pc:sldMkLst>
          <pc:docMk/>
          <pc:sldMk cId="3962706549" sldId="261"/>
        </pc:sldMkLst>
      </pc:sldChg>
      <pc:sldChg chg="new del setBg">
        <pc:chgData name="Maclen 轩" userId="ec731eaab7075a35" providerId="LiveId" clId="{01D6CCD2-3D69-4C57-9D7E-36A42B3F4996}" dt="2024-11-29T04:47:40.578" v="3434" actId="2696"/>
        <pc:sldMkLst>
          <pc:docMk/>
          <pc:sldMk cId="4053215059" sldId="261"/>
        </pc:sldMkLst>
      </pc:sldChg>
      <pc:sldChg chg="del">
        <pc:chgData name="Maclen 轩" userId="ec731eaab7075a35" providerId="LiveId" clId="{01D6CCD2-3D69-4C57-9D7E-36A42B3F4996}" dt="2024-11-29T04:47:54.784" v="3435" actId="47"/>
        <pc:sldMkLst>
          <pc:docMk/>
          <pc:sldMk cId="4167997310" sldId="261"/>
        </pc:sldMkLst>
      </pc:sldChg>
      <pc:sldChg chg="addSp delSp modSp mod setBg delAnim modAnim">
        <pc:chgData name="Maclen 轩" userId="ec731eaab7075a35" providerId="LiveId" clId="{01D6CCD2-3D69-4C57-9D7E-36A42B3F4996}" dt="2024-12-14T19:24:58.388" v="6790" actId="1076"/>
        <pc:sldMkLst>
          <pc:docMk/>
          <pc:sldMk cId="2910598336" sldId="262"/>
        </pc:sldMkLst>
        <pc:spChg chg="add mod">
          <ac:chgData name="Maclen 轩" userId="ec731eaab7075a35" providerId="LiveId" clId="{01D6CCD2-3D69-4C57-9D7E-36A42B3F4996}" dt="2024-12-01T04:04:19.007" v="5046" actId="1076"/>
          <ac:spMkLst>
            <pc:docMk/>
            <pc:sldMk cId="2910598336" sldId="262"/>
            <ac:spMk id="2" creationId="{2F211CBD-23B1-52B4-BB52-0120344BA8EA}"/>
          </ac:spMkLst>
        </pc:spChg>
        <pc:spChg chg="add mod">
          <ac:chgData name="Maclen 轩" userId="ec731eaab7075a35" providerId="LiveId" clId="{01D6CCD2-3D69-4C57-9D7E-36A42B3F4996}" dt="2024-12-14T19:21:31.613" v="6605" actId="20577"/>
          <ac:spMkLst>
            <pc:docMk/>
            <pc:sldMk cId="2910598336" sldId="262"/>
            <ac:spMk id="3" creationId="{BB1FC0F1-8491-471D-18E5-D08EBB883362}"/>
          </ac:spMkLst>
        </pc:spChg>
        <pc:spChg chg="add mod">
          <ac:chgData name="Maclen 轩" userId="ec731eaab7075a35" providerId="LiveId" clId="{01D6CCD2-3D69-4C57-9D7E-36A42B3F4996}" dt="2024-12-06T13:15:17.455" v="6457" actId="1076"/>
          <ac:spMkLst>
            <pc:docMk/>
            <pc:sldMk cId="2910598336" sldId="262"/>
            <ac:spMk id="4" creationId="{EE7E9030-D2E3-B6E5-D365-BCD1B173ACF2}"/>
          </ac:spMkLst>
        </pc:spChg>
        <pc:spChg chg="add mod">
          <ac:chgData name="Maclen 轩" userId="ec731eaab7075a35" providerId="LiveId" clId="{01D6CCD2-3D69-4C57-9D7E-36A42B3F4996}" dt="2024-12-14T19:24:58.388" v="6790" actId="1076"/>
          <ac:spMkLst>
            <pc:docMk/>
            <pc:sldMk cId="2910598336" sldId="262"/>
            <ac:spMk id="6" creationId="{1B69F00A-3163-F3EB-888A-F5DC5B51EBB7}"/>
          </ac:spMkLst>
        </pc:spChg>
        <pc:grpChg chg="add mod">
          <ac:chgData name="Maclen 轩" userId="ec731eaab7075a35" providerId="LiveId" clId="{01D6CCD2-3D69-4C57-9D7E-36A42B3F4996}" dt="2024-11-30T17:53:56.861" v="4443" actId="1076"/>
          <ac:grpSpMkLst>
            <pc:docMk/>
            <pc:sldMk cId="2910598336" sldId="262"/>
            <ac:grpSpMk id="10" creationId="{DF9802A8-EBCC-5C70-822C-935D8970C9A9}"/>
          </ac:grpSpMkLst>
        </pc:grpChg>
        <pc:grpChg chg="add mod">
          <ac:chgData name="Maclen 轩" userId="ec731eaab7075a35" providerId="LiveId" clId="{01D6CCD2-3D69-4C57-9D7E-36A42B3F4996}" dt="2024-12-14T16:07:47.833" v="6496" actId="1076"/>
          <ac:grpSpMkLst>
            <pc:docMk/>
            <pc:sldMk cId="2910598336" sldId="262"/>
            <ac:grpSpMk id="17" creationId="{1B10D3A9-3299-A57E-71DA-EAA01F2911D3}"/>
          </ac:grpSpMkLst>
        </pc:grpChg>
        <pc:grpChg chg="add del mod">
          <ac:chgData name="Maclen 轩" userId="ec731eaab7075a35" providerId="LiveId" clId="{01D6CCD2-3D69-4C57-9D7E-36A42B3F4996}" dt="2024-12-14T16:07:21.816" v="6490" actId="478"/>
          <ac:grpSpMkLst>
            <pc:docMk/>
            <pc:sldMk cId="2910598336" sldId="262"/>
            <ac:grpSpMk id="28" creationId="{D86E672B-8A19-6FA2-743F-7B6F38AEFD50}"/>
          </ac:grpSpMkLst>
        </pc:grpChg>
        <pc:grpChg chg="add mod">
          <ac:chgData name="Maclen 轩" userId="ec731eaab7075a35" providerId="LiveId" clId="{01D6CCD2-3D69-4C57-9D7E-36A42B3F4996}" dt="2024-11-30T16:42:25.438" v="4162" actId="1076"/>
          <ac:grpSpMkLst>
            <pc:docMk/>
            <pc:sldMk cId="2910598336" sldId="262"/>
            <ac:grpSpMk id="36" creationId="{E4D91354-B41C-1E1B-D217-9E4D3A58E1F0}"/>
          </ac:grpSpMkLst>
        </pc:grpChg>
        <pc:grpChg chg="add mod">
          <ac:chgData name="Maclen 轩" userId="ec731eaab7075a35" providerId="LiveId" clId="{01D6CCD2-3D69-4C57-9D7E-36A42B3F4996}" dt="2024-11-30T16:42:25.438" v="4162" actId="1076"/>
          <ac:grpSpMkLst>
            <pc:docMk/>
            <pc:sldMk cId="2910598336" sldId="262"/>
            <ac:grpSpMk id="41" creationId="{51FC3617-342C-2575-14E2-CA011DA878A4}"/>
          </ac:grpSpMkLst>
        </pc:grpChg>
        <pc:picChg chg="add del mod">
          <ac:chgData name="Maclen 轩" userId="ec731eaab7075a35" providerId="LiveId" clId="{01D6CCD2-3D69-4C57-9D7E-36A42B3F4996}" dt="2024-12-14T16:06:03.764" v="6485" actId="478"/>
          <ac:picMkLst>
            <pc:docMk/>
            <pc:sldMk cId="2910598336" sldId="262"/>
            <ac:picMk id="7" creationId="{495E6754-DB97-6DD5-F419-9B4B649B1A68}"/>
          </ac:picMkLst>
        </pc:picChg>
        <pc:picChg chg="add mod">
          <ac:chgData name="Maclen 轩" userId="ec731eaab7075a35" providerId="LiveId" clId="{01D6CCD2-3D69-4C57-9D7E-36A42B3F4996}" dt="2024-11-30T17:18:34.584" v="4303" actId="1076"/>
          <ac:picMkLst>
            <pc:docMk/>
            <pc:sldMk cId="2910598336" sldId="262"/>
            <ac:picMk id="9" creationId="{5E3463AC-7F0E-B4D1-357C-AC3FEAA324BC}"/>
          </ac:picMkLst>
        </pc:picChg>
        <pc:picChg chg="mod">
          <ac:chgData name="Maclen 轩" userId="ec731eaab7075a35" providerId="LiveId" clId="{01D6CCD2-3D69-4C57-9D7E-36A42B3F4996}" dt="2024-11-30T17:53:51.994" v="4441"/>
          <ac:picMkLst>
            <pc:docMk/>
            <pc:sldMk cId="2910598336" sldId="262"/>
            <ac:picMk id="11" creationId="{6BF80CDD-3638-8032-AA50-15D51FD90ED0}"/>
          </ac:picMkLst>
        </pc:picChg>
        <pc:picChg chg="mod">
          <ac:chgData name="Maclen 轩" userId="ec731eaab7075a35" providerId="LiveId" clId="{01D6CCD2-3D69-4C57-9D7E-36A42B3F4996}" dt="2024-11-30T17:53:51.994" v="4441"/>
          <ac:picMkLst>
            <pc:docMk/>
            <pc:sldMk cId="2910598336" sldId="262"/>
            <ac:picMk id="12" creationId="{F5153F73-4C35-4527-FC24-31E8A088FF22}"/>
          </ac:picMkLst>
        </pc:picChg>
        <pc:picChg chg="add mod">
          <ac:chgData name="Maclen 轩" userId="ec731eaab7075a35" providerId="LiveId" clId="{01D6CCD2-3D69-4C57-9D7E-36A42B3F4996}" dt="2024-12-14T16:07:45.946" v="6495" actId="164"/>
          <ac:picMkLst>
            <pc:docMk/>
            <pc:sldMk cId="2910598336" sldId="262"/>
            <ac:picMk id="14" creationId="{811C49A5-E011-E833-89A7-505404CCD338}"/>
          </ac:picMkLst>
        </pc:picChg>
        <pc:picChg chg="add mod">
          <ac:chgData name="Maclen 轩" userId="ec731eaab7075a35" providerId="LiveId" clId="{01D6CCD2-3D69-4C57-9D7E-36A42B3F4996}" dt="2024-12-14T16:07:45.946" v="6495" actId="164"/>
          <ac:picMkLst>
            <pc:docMk/>
            <pc:sldMk cId="2910598336" sldId="262"/>
            <ac:picMk id="16" creationId="{E975547E-3BFC-D859-1990-59D5E82B1E7C}"/>
          </ac:picMkLst>
        </pc:picChg>
        <pc:picChg chg="mod">
          <ac:chgData name="Maclen 轩" userId="ec731eaab7075a35" providerId="LiveId" clId="{01D6CCD2-3D69-4C57-9D7E-36A42B3F4996}" dt="2024-11-30T16:42:13.942" v="4159"/>
          <ac:picMkLst>
            <pc:docMk/>
            <pc:sldMk cId="2910598336" sldId="262"/>
            <ac:picMk id="37" creationId="{1EC286DE-D6AF-F4B4-4D36-736CF3F0C3E5}"/>
          </ac:picMkLst>
        </pc:picChg>
        <pc:picChg chg="mod">
          <ac:chgData name="Maclen 轩" userId="ec731eaab7075a35" providerId="LiveId" clId="{01D6CCD2-3D69-4C57-9D7E-36A42B3F4996}" dt="2024-11-30T16:42:13.942" v="4159"/>
          <ac:picMkLst>
            <pc:docMk/>
            <pc:sldMk cId="2910598336" sldId="262"/>
            <ac:picMk id="38" creationId="{1B37E7CE-C940-DDE5-43A7-9430E6D205D8}"/>
          </ac:picMkLst>
        </pc:picChg>
        <pc:picChg chg="mod">
          <ac:chgData name="Maclen 轩" userId="ec731eaab7075a35" providerId="LiveId" clId="{01D6CCD2-3D69-4C57-9D7E-36A42B3F4996}" dt="2024-11-30T16:42:13.942" v="4159"/>
          <ac:picMkLst>
            <pc:docMk/>
            <pc:sldMk cId="2910598336" sldId="262"/>
            <ac:picMk id="39" creationId="{EACE3222-5E0E-97DE-B63C-7DB2F3DE44E5}"/>
          </ac:picMkLst>
        </pc:picChg>
        <pc:picChg chg="mod">
          <ac:chgData name="Maclen 轩" userId="ec731eaab7075a35" providerId="LiveId" clId="{01D6CCD2-3D69-4C57-9D7E-36A42B3F4996}" dt="2024-11-30T16:42:13.942" v="4159"/>
          <ac:picMkLst>
            <pc:docMk/>
            <pc:sldMk cId="2910598336" sldId="262"/>
            <ac:picMk id="42" creationId="{F696361B-311A-178F-E9DB-02BB9B159966}"/>
          </ac:picMkLst>
        </pc:picChg>
        <pc:picChg chg="mod">
          <ac:chgData name="Maclen 轩" userId="ec731eaab7075a35" providerId="LiveId" clId="{01D6CCD2-3D69-4C57-9D7E-36A42B3F4996}" dt="2024-11-30T16:42:13.942" v="4159"/>
          <ac:picMkLst>
            <pc:docMk/>
            <pc:sldMk cId="2910598336" sldId="262"/>
            <ac:picMk id="43" creationId="{E1877DA1-0A71-7611-C1BC-462937E3BEA4}"/>
          </ac:picMkLst>
        </pc:picChg>
        <pc:picChg chg="mod">
          <ac:chgData name="Maclen 轩" userId="ec731eaab7075a35" providerId="LiveId" clId="{01D6CCD2-3D69-4C57-9D7E-36A42B3F4996}" dt="2024-11-30T16:42:13.942" v="4159"/>
          <ac:picMkLst>
            <pc:docMk/>
            <pc:sldMk cId="2910598336" sldId="262"/>
            <ac:picMk id="44" creationId="{77D17217-41CA-BFFF-0378-3610C85B101F}"/>
          </ac:picMkLst>
        </pc:picChg>
        <pc:cxnChg chg="mod">
          <ac:chgData name="Maclen 轩" userId="ec731eaab7075a35" providerId="LiveId" clId="{01D6CCD2-3D69-4C57-9D7E-36A42B3F4996}" dt="2024-11-30T17:53:51.994" v="4441"/>
          <ac:cxnSpMkLst>
            <pc:docMk/>
            <pc:sldMk cId="2910598336" sldId="262"/>
            <ac:cxnSpMk id="13" creationId="{D39A0A18-12EF-4B98-6596-DB5F7E45A0C3}"/>
          </ac:cxnSpMkLst>
        </pc:cxnChg>
        <pc:cxnChg chg="mod">
          <ac:chgData name="Maclen 轩" userId="ec731eaab7075a35" providerId="LiveId" clId="{01D6CCD2-3D69-4C57-9D7E-36A42B3F4996}" dt="2024-11-30T16:42:13.942" v="4159"/>
          <ac:cxnSpMkLst>
            <pc:docMk/>
            <pc:sldMk cId="2910598336" sldId="262"/>
            <ac:cxnSpMk id="40" creationId="{01ECD3E3-A206-5D7C-F308-D7F710E192B6}"/>
          </ac:cxnSpMkLst>
        </pc:cxnChg>
        <pc:cxnChg chg="mod">
          <ac:chgData name="Maclen 轩" userId="ec731eaab7075a35" providerId="LiveId" clId="{01D6CCD2-3D69-4C57-9D7E-36A42B3F4996}" dt="2024-11-30T16:42:13.942" v="4159"/>
          <ac:cxnSpMkLst>
            <pc:docMk/>
            <pc:sldMk cId="2910598336" sldId="262"/>
            <ac:cxnSpMk id="45" creationId="{1E50FE82-5BFE-00D3-694F-B98665EFF50A}"/>
          </ac:cxnSpMkLst>
        </pc:cxnChg>
      </pc:sldChg>
      <pc:sldChg chg="addSp delSp modSp mod modTransition setBg modAnim">
        <pc:chgData name="Maclen 轩" userId="ec731eaab7075a35" providerId="LiveId" clId="{01D6CCD2-3D69-4C57-9D7E-36A42B3F4996}" dt="2024-12-14T19:22:11.481" v="6653" actId="20577"/>
        <pc:sldMkLst>
          <pc:docMk/>
          <pc:sldMk cId="597351537" sldId="263"/>
        </pc:sldMkLst>
        <pc:spChg chg="add mod">
          <ac:chgData name="Maclen 轩" userId="ec731eaab7075a35" providerId="LiveId" clId="{01D6CCD2-3D69-4C57-9D7E-36A42B3F4996}" dt="2024-12-14T19:22:11.481" v="6653" actId="20577"/>
          <ac:spMkLst>
            <pc:docMk/>
            <pc:sldMk cId="597351537" sldId="263"/>
            <ac:spMk id="2" creationId="{912B58C5-09B4-FB27-2F14-0B3A3DD81375}"/>
          </ac:spMkLst>
        </pc:spChg>
        <pc:spChg chg="add mod">
          <ac:chgData name="Maclen 轩" userId="ec731eaab7075a35" providerId="LiveId" clId="{01D6CCD2-3D69-4C57-9D7E-36A42B3F4996}" dt="2024-11-30T18:37:12.921" v="4463" actId="1076"/>
          <ac:spMkLst>
            <pc:docMk/>
            <pc:sldMk cId="597351537" sldId="263"/>
            <ac:spMk id="6" creationId="{BB1FC0F1-8491-471D-18E5-D08EBB883362}"/>
          </ac:spMkLst>
        </pc:spChg>
        <pc:grpChg chg="add mod">
          <ac:chgData name="Maclen 轩" userId="ec731eaab7075a35" providerId="LiveId" clId="{01D6CCD2-3D69-4C57-9D7E-36A42B3F4996}" dt="2024-12-14T16:08:07.560" v="6499" actId="1076"/>
          <ac:grpSpMkLst>
            <pc:docMk/>
            <pc:sldMk cId="597351537" sldId="263"/>
            <ac:grpSpMk id="9" creationId="{D6C526DD-14E9-F2A3-640A-8F887E7C76BB}"/>
          </ac:grpSpMkLst>
        </pc:grpChg>
        <pc:grpChg chg="mod">
          <ac:chgData name="Maclen 轩" userId="ec731eaab7075a35" providerId="LiveId" clId="{01D6CCD2-3D69-4C57-9D7E-36A42B3F4996}" dt="2024-11-30T16:41:43.361" v="4151" actId="1076"/>
          <ac:grpSpMkLst>
            <pc:docMk/>
            <pc:sldMk cId="597351537" sldId="263"/>
            <ac:grpSpMk id="12" creationId="{364D1E07-8D03-FE9E-0C7F-6E1A358B9D18}"/>
          </ac:grpSpMkLst>
        </pc:grpChg>
        <pc:grpChg chg="del mod">
          <ac:chgData name="Maclen 轩" userId="ec731eaab7075a35" providerId="LiveId" clId="{01D6CCD2-3D69-4C57-9D7E-36A42B3F4996}" dt="2024-12-14T16:08:01.948" v="6497" actId="478"/>
          <ac:grpSpMkLst>
            <pc:docMk/>
            <pc:sldMk cId="597351537" sldId="263"/>
            <ac:grpSpMk id="15" creationId="{11EA6D0B-682A-23A4-2E9E-AE63B96CB454}"/>
          </ac:grpSpMkLst>
        </pc:grpChg>
        <pc:grpChg chg="mod">
          <ac:chgData name="Maclen 轩" userId="ec731eaab7075a35" providerId="LiveId" clId="{01D6CCD2-3D69-4C57-9D7E-36A42B3F4996}" dt="2024-11-30T16:41:56.580" v="4156" actId="14100"/>
          <ac:grpSpMkLst>
            <pc:docMk/>
            <pc:sldMk cId="597351537" sldId="263"/>
            <ac:grpSpMk id="27" creationId="{48174E2A-0513-EC33-11F1-324C8115DC1A}"/>
          </ac:grpSpMkLst>
        </pc:grpChg>
        <pc:grpChg chg="add mod">
          <ac:chgData name="Maclen 轩" userId="ec731eaab7075a35" providerId="LiveId" clId="{01D6CCD2-3D69-4C57-9D7E-36A42B3F4996}" dt="2024-11-30T17:53:36.183" v="4440" actId="1076"/>
          <ac:grpSpMkLst>
            <pc:docMk/>
            <pc:sldMk cId="597351537" sldId="263"/>
            <ac:grpSpMk id="29" creationId="{F4497C71-B9E3-FD89-2FCA-E273BC3FA8B1}"/>
          </ac:grpSpMkLst>
        </pc:grpChg>
        <pc:picChg chg="add mod">
          <ac:chgData name="Maclen 轩" userId="ec731eaab7075a35" providerId="LiveId" clId="{01D6CCD2-3D69-4C57-9D7E-36A42B3F4996}" dt="2024-11-30T17:26:45.984" v="4384"/>
          <ac:picMkLst>
            <pc:docMk/>
            <pc:sldMk cId="597351537" sldId="263"/>
            <ac:picMk id="4" creationId="{4F93210A-F298-F50C-698F-60B8783F762B}"/>
          </ac:picMkLst>
        </pc:picChg>
        <pc:picChg chg="add mod">
          <ac:chgData name="Maclen 轩" userId="ec731eaab7075a35" providerId="LiveId" clId="{01D6CCD2-3D69-4C57-9D7E-36A42B3F4996}" dt="2024-11-30T17:53:27.711" v="4438" actId="164"/>
          <ac:picMkLst>
            <pc:docMk/>
            <pc:sldMk cId="597351537" sldId="263"/>
            <ac:picMk id="14" creationId="{447CF3E2-BC1B-9135-033D-A7791BC48473}"/>
          </ac:picMkLst>
        </pc:picChg>
        <pc:picChg chg="mod">
          <ac:chgData name="Maclen 轩" userId="ec731eaab7075a35" providerId="LiveId" clId="{01D6CCD2-3D69-4C57-9D7E-36A42B3F4996}" dt="2024-12-14T16:08:04.014" v="6498"/>
          <ac:picMkLst>
            <pc:docMk/>
            <pc:sldMk cId="597351537" sldId="263"/>
            <ac:picMk id="17" creationId="{C442E846-4B5A-D10E-59EA-B22286BD179B}"/>
          </ac:picMkLst>
        </pc:picChg>
        <pc:picChg chg="mod">
          <ac:chgData name="Maclen 轩" userId="ec731eaab7075a35" providerId="LiveId" clId="{01D6CCD2-3D69-4C57-9D7E-36A42B3F4996}" dt="2024-12-14T16:08:04.014" v="6498"/>
          <ac:picMkLst>
            <pc:docMk/>
            <pc:sldMk cId="597351537" sldId="263"/>
            <ac:picMk id="18" creationId="{2F2BBD3F-7735-56DD-737A-9329DDECB202}"/>
          </ac:picMkLst>
        </pc:picChg>
        <pc:picChg chg="add mod">
          <ac:chgData name="Maclen 轩" userId="ec731eaab7075a35" providerId="LiveId" clId="{01D6CCD2-3D69-4C57-9D7E-36A42B3F4996}" dt="2024-11-30T17:53:27.711" v="4438" actId="164"/>
          <ac:picMkLst>
            <pc:docMk/>
            <pc:sldMk cId="597351537" sldId="263"/>
            <ac:picMk id="22" creationId="{C6DFD0B9-0BB6-8A16-2B8D-64C98596E96C}"/>
          </ac:picMkLst>
        </pc:picChg>
        <pc:cxnChg chg="add mod">
          <ac:chgData name="Maclen 轩" userId="ec731eaab7075a35" providerId="LiveId" clId="{01D6CCD2-3D69-4C57-9D7E-36A42B3F4996}" dt="2024-11-30T17:53:27.711" v="4438" actId="164"/>
          <ac:cxnSpMkLst>
            <pc:docMk/>
            <pc:sldMk cId="597351537" sldId="263"/>
            <ac:cxnSpMk id="28" creationId="{0DE71999-EBD4-6082-14B7-750B5BEA3BB8}"/>
          </ac:cxnSpMkLst>
        </pc:cxnChg>
      </pc:sldChg>
      <pc:sldChg chg="delSp new del mod setBg">
        <pc:chgData name="Maclen 轩" userId="ec731eaab7075a35" providerId="LiveId" clId="{01D6CCD2-3D69-4C57-9D7E-36A42B3F4996}" dt="2024-11-30T16:39:57.985" v="4024" actId="2696"/>
        <pc:sldMkLst>
          <pc:docMk/>
          <pc:sldMk cId="3445519095" sldId="263"/>
        </pc:sldMkLst>
      </pc:sldChg>
      <pc:sldChg chg="addSp delSp modSp new mod modTransition setBg modAnim">
        <pc:chgData name="Maclen 轩" userId="ec731eaab7075a35" providerId="LiveId" clId="{01D6CCD2-3D69-4C57-9D7E-36A42B3F4996}" dt="2024-12-14T19:29:53.819" v="6825" actId="1076"/>
        <pc:sldMkLst>
          <pc:docMk/>
          <pc:sldMk cId="378904022" sldId="264"/>
        </pc:sldMkLst>
        <pc:spChg chg="add mod">
          <ac:chgData name="Maclen 轩" userId="ec731eaab7075a35" providerId="LiveId" clId="{01D6CCD2-3D69-4C57-9D7E-36A42B3F4996}" dt="2024-12-14T19:29:53.819" v="6825" actId="1076"/>
          <ac:spMkLst>
            <pc:docMk/>
            <pc:sldMk cId="378904022" sldId="264"/>
            <ac:spMk id="3" creationId="{8D7999F3-42EE-449F-4785-F7C1EC3EE746}"/>
          </ac:spMkLst>
        </pc:spChg>
        <pc:spChg chg="add del mod">
          <ac:chgData name="Maclen 轩" userId="ec731eaab7075a35" providerId="LiveId" clId="{01D6CCD2-3D69-4C57-9D7E-36A42B3F4996}" dt="2024-12-14T19:29:45.857" v="6823" actId="14100"/>
          <ac:spMkLst>
            <pc:docMk/>
            <pc:sldMk cId="378904022" sldId="264"/>
            <ac:spMk id="9" creationId="{EEFAD62F-5FF6-A083-EFDB-DBA2608F6999}"/>
          </ac:spMkLst>
        </pc:spChg>
        <pc:spChg chg="add mod">
          <ac:chgData name="Maclen 轩" userId="ec731eaab7075a35" providerId="LiveId" clId="{01D6CCD2-3D69-4C57-9D7E-36A42B3F4996}" dt="2024-12-14T19:29:39.380" v="6822" actId="404"/>
          <ac:spMkLst>
            <pc:docMk/>
            <pc:sldMk cId="378904022" sldId="264"/>
            <ac:spMk id="10" creationId="{CFBF2602-6DF0-9E5F-E874-E2ED81FB89B1}"/>
          </ac:spMkLst>
        </pc:spChg>
        <pc:grpChg chg="add mod">
          <ac:chgData name="Maclen 轩" userId="ec731eaab7075a35" providerId="LiveId" clId="{01D6CCD2-3D69-4C57-9D7E-36A42B3F4996}" dt="2024-12-01T01:17:15.176" v="4475" actId="1076"/>
          <ac:grpSpMkLst>
            <pc:docMk/>
            <pc:sldMk cId="378904022" sldId="264"/>
            <ac:grpSpMk id="5" creationId="{F6069E61-4534-EB67-B112-BE1D4CC64050}"/>
          </ac:grpSpMkLst>
        </pc:grpChg>
        <pc:grpChg chg="add mod">
          <ac:chgData name="Maclen 轩" userId="ec731eaab7075a35" providerId="LiveId" clId="{01D6CCD2-3D69-4C57-9D7E-36A42B3F4996}" dt="2024-12-01T01:11:23.514" v="4467" actId="1076"/>
          <ac:grpSpMkLst>
            <pc:docMk/>
            <pc:sldMk cId="378904022" sldId="264"/>
            <ac:grpSpMk id="13" creationId="{BA304B75-8914-8870-CA16-AED56A4154B9}"/>
          </ac:grpSpMkLst>
        </pc:grpChg>
        <pc:grpChg chg="add mod">
          <ac:chgData name="Maclen 轩" userId="ec731eaab7075a35" providerId="LiveId" clId="{01D6CCD2-3D69-4C57-9D7E-36A42B3F4996}" dt="2024-12-01T01:17:15.176" v="4475" actId="1076"/>
          <ac:grpSpMkLst>
            <pc:docMk/>
            <pc:sldMk cId="378904022" sldId="264"/>
            <ac:grpSpMk id="23" creationId="{F599A93F-F7EB-2719-5E21-333EA1610279}"/>
          </ac:grpSpMkLst>
        </pc:grpChg>
        <pc:grpChg chg="add mod">
          <ac:chgData name="Maclen 轩" userId="ec731eaab7075a35" providerId="LiveId" clId="{01D6CCD2-3D69-4C57-9D7E-36A42B3F4996}" dt="2024-12-01T01:17:15.176" v="4475" actId="1076"/>
          <ac:grpSpMkLst>
            <pc:docMk/>
            <pc:sldMk cId="378904022" sldId="264"/>
            <ac:grpSpMk id="28" creationId="{F4497C71-B9E3-FD89-2FCA-E273BC3FA8B1}"/>
          </ac:grpSpMkLst>
        </pc:grpChg>
        <pc:picChg chg="mod">
          <ac:chgData name="Maclen 轩" userId="ec731eaab7075a35" providerId="LiveId" clId="{01D6CCD2-3D69-4C57-9D7E-36A42B3F4996}" dt="2024-11-30T16:45:55.268" v="4172"/>
          <ac:picMkLst>
            <pc:docMk/>
            <pc:sldMk cId="378904022" sldId="264"/>
            <ac:picMk id="6" creationId="{92D8EFDF-13A3-7242-4F65-2E4D444D3C17}"/>
          </ac:picMkLst>
        </pc:picChg>
        <pc:picChg chg="mod">
          <ac:chgData name="Maclen 轩" userId="ec731eaab7075a35" providerId="LiveId" clId="{01D6CCD2-3D69-4C57-9D7E-36A42B3F4996}" dt="2024-11-30T16:45:55.268" v="4172"/>
          <ac:picMkLst>
            <pc:docMk/>
            <pc:sldMk cId="378904022" sldId="264"/>
            <ac:picMk id="7" creationId="{A57A637E-2560-4758-CEFF-FE379B718717}"/>
          </ac:picMkLst>
        </pc:picChg>
        <pc:picChg chg="add mod">
          <ac:chgData name="Maclen 轩" userId="ec731eaab7075a35" providerId="LiveId" clId="{01D6CCD2-3D69-4C57-9D7E-36A42B3F4996}" dt="2024-12-14T19:29:39.380" v="6822" actId="404"/>
          <ac:picMkLst>
            <pc:docMk/>
            <pc:sldMk cId="378904022" sldId="264"/>
            <ac:picMk id="11" creationId="{4DE12940-584B-EBFE-9C81-328FCCDAC9C1}"/>
          </ac:picMkLst>
        </pc:picChg>
        <pc:picChg chg="mod">
          <ac:chgData name="Maclen 轩" userId="ec731eaab7075a35" providerId="LiveId" clId="{01D6CCD2-3D69-4C57-9D7E-36A42B3F4996}" dt="2024-11-30T16:45:55.268" v="4172"/>
          <ac:picMkLst>
            <pc:docMk/>
            <pc:sldMk cId="378904022" sldId="264"/>
            <ac:picMk id="14" creationId="{3B09A78E-26A7-D5E9-492A-F518F2071888}"/>
          </ac:picMkLst>
        </pc:picChg>
        <pc:picChg chg="mod">
          <ac:chgData name="Maclen 轩" userId="ec731eaab7075a35" providerId="LiveId" clId="{01D6CCD2-3D69-4C57-9D7E-36A42B3F4996}" dt="2024-11-30T16:45:55.268" v="4172"/>
          <ac:picMkLst>
            <pc:docMk/>
            <pc:sldMk cId="378904022" sldId="264"/>
            <ac:picMk id="15" creationId="{FB5B64A6-963B-25E0-0603-DBB67BBC7156}"/>
          </ac:picMkLst>
        </pc:picChg>
        <pc:picChg chg="mod">
          <ac:chgData name="Maclen 轩" userId="ec731eaab7075a35" providerId="LiveId" clId="{01D6CCD2-3D69-4C57-9D7E-36A42B3F4996}" dt="2024-11-30T16:45:55.268" v="4172"/>
          <ac:picMkLst>
            <pc:docMk/>
            <pc:sldMk cId="378904022" sldId="264"/>
            <ac:picMk id="16" creationId="{BF457DA0-201F-47AF-2E4C-CB69B319D309}"/>
          </ac:picMkLst>
        </pc:picChg>
        <pc:picChg chg="mod">
          <ac:chgData name="Maclen 轩" userId="ec731eaab7075a35" providerId="LiveId" clId="{01D6CCD2-3D69-4C57-9D7E-36A42B3F4996}" dt="2024-11-30T16:47:35.639" v="4192"/>
          <ac:picMkLst>
            <pc:docMk/>
            <pc:sldMk cId="378904022" sldId="264"/>
            <ac:picMk id="24" creationId="{1B1B66B3-279E-53ED-E19F-9AD39B484623}"/>
          </ac:picMkLst>
        </pc:picChg>
        <pc:picChg chg="mod">
          <ac:chgData name="Maclen 轩" userId="ec731eaab7075a35" providerId="LiveId" clId="{01D6CCD2-3D69-4C57-9D7E-36A42B3F4996}" dt="2024-11-30T16:47:35.639" v="4192"/>
          <ac:picMkLst>
            <pc:docMk/>
            <pc:sldMk cId="378904022" sldId="264"/>
            <ac:picMk id="25" creationId="{0C9EFE36-8038-F130-2CBA-CB19E26CDC2B}"/>
          </ac:picMkLst>
        </pc:picChg>
        <pc:picChg chg="mod">
          <ac:chgData name="Maclen 轩" userId="ec731eaab7075a35" providerId="LiveId" clId="{01D6CCD2-3D69-4C57-9D7E-36A42B3F4996}" dt="2024-11-30T16:47:35.639" v="4192"/>
          <ac:picMkLst>
            <pc:docMk/>
            <pc:sldMk cId="378904022" sldId="264"/>
            <ac:picMk id="26" creationId="{24C091CD-A2C3-091B-B4DA-E8F89DE288A4}"/>
          </ac:picMkLst>
        </pc:picChg>
        <pc:picChg chg="add mod">
          <ac:chgData name="Maclen 轩" userId="ec731eaab7075a35" providerId="LiveId" clId="{01D6CCD2-3D69-4C57-9D7E-36A42B3F4996}" dt="2024-11-30T17:54:15.268" v="4445"/>
          <ac:picMkLst>
            <pc:docMk/>
            <pc:sldMk cId="378904022" sldId="264"/>
            <ac:picMk id="29" creationId="{447CF3E2-BC1B-9135-033D-A7791BC48473}"/>
          </ac:picMkLst>
        </pc:picChg>
        <pc:picChg chg="add mod">
          <ac:chgData name="Maclen 轩" userId="ec731eaab7075a35" providerId="LiveId" clId="{01D6CCD2-3D69-4C57-9D7E-36A42B3F4996}" dt="2024-11-30T17:54:15.268" v="4445"/>
          <ac:picMkLst>
            <pc:docMk/>
            <pc:sldMk cId="378904022" sldId="264"/>
            <ac:picMk id="30" creationId="{C6DFD0B9-0BB6-8A16-2B8D-64C98596E96C}"/>
          </ac:picMkLst>
        </pc:picChg>
        <pc:cxnChg chg="mod">
          <ac:chgData name="Maclen 轩" userId="ec731eaab7075a35" providerId="LiveId" clId="{01D6CCD2-3D69-4C57-9D7E-36A42B3F4996}" dt="2024-11-30T16:45:55.268" v="4172"/>
          <ac:cxnSpMkLst>
            <pc:docMk/>
            <pc:sldMk cId="378904022" sldId="264"/>
            <ac:cxnSpMk id="8" creationId="{6519758B-4DC0-8F78-032F-2BB9638502A8}"/>
          </ac:cxnSpMkLst>
        </pc:cxnChg>
        <pc:cxnChg chg="mod">
          <ac:chgData name="Maclen 轩" userId="ec731eaab7075a35" providerId="LiveId" clId="{01D6CCD2-3D69-4C57-9D7E-36A42B3F4996}" dt="2024-11-30T16:45:55.268" v="4172"/>
          <ac:cxnSpMkLst>
            <pc:docMk/>
            <pc:sldMk cId="378904022" sldId="264"/>
            <ac:cxnSpMk id="17" creationId="{B1E0BA14-988B-84B8-2AD4-4ED872F24DC2}"/>
          </ac:cxnSpMkLst>
        </pc:cxnChg>
        <pc:cxnChg chg="mod">
          <ac:chgData name="Maclen 轩" userId="ec731eaab7075a35" providerId="LiveId" clId="{01D6CCD2-3D69-4C57-9D7E-36A42B3F4996}" dt="2024-11-30T16:47:35.639" v="4192"/>
          <ac:cxnSpMkLst>
            <pc:docMk/>
            <pc:sldMk cId="378904022" sldId="264"/>
            <ac:cxnSpMk id="27" creationId="{4B975C74-1D53-5967-30F6-5508F38C8190}"/>
          </ac:cxnSpMkLst>
        </pc:cxnChg>
        <pc:cxnChg chg="add mod">
          <ac:chgData name="Maclen 轩" userId="ec731eaab7075a35" providerId="LiveId" clId="{01D6CCD2-3D69-4C57-9D7E-36A42B3F4996}" dt="2024-11-30T17:54:15.268" v="4445"/>
          <ac:cxnSpMkLst>
            <pc:docMk/>
            <pc:sldMk cId="378904022" sldId="264"/>
            <ac:cxnSpMk id="31" creationId="{0DE71999-EBD4-6082-14B7-750B5BEA3BB8}"/>
          </ac:cxnSpMkLst>
        </pc:cxnChg>
      </pc:sldChg>
      <pc:sldChg chg="addSp delSp modSp new mod modTransition setBg modAnim">
        <pc:chgData name="Maclen 轩" userId="ec731eaab7075a35" providerId="LiveId" clId="{01D6CCD2-3D69-4C57-9D7E-36A42B3F4996}" dt="2024-12-01T03:30:41.427" v="4996" actId="1076"/>
        <pc:sldMkLst>
          <pc:docMk/>
          <pc:sldMk cId="800467750" sldId="265"/>
        </pc:sldMkLst>
        <pc:spChg chg="add mod">
          <ac:chgData name="Maclen 轩" userId="ec731eaab7075a35" providerId="LiveId" clId="{01D6CCD2-3D69-4C57-9D7E-36A42B3F4996}" dt="2024-12-01T03:27:11.721" v="4988" actId="1076"/>
          <ac:spMkLst>
            <pc:docMk/>
            <pc:sldMk cId="800467750" sldId="265"/>
            <ac:spMk id="25" creationId="{5109E66D-12CF-DE32-D057-401CCF1E5F47}"/>
          </ac:spMkLst>
        </pc:spChg>
        <pc:spChg chg="add mod">
          <ac:chgData name="Maclen 轩" userId="ec731eaab7075a35" providerId="LiveId" clId="{01D6CCD2-3D69-4C57-9D7E-36A42B3F4996}" dt="2024-12-01T03:27:20.962" v="4989" actId="1076"/>
          <ac:spMkLst>
            <pc:docMk/>
            <pc:sldMk cId="800467750" sldId="265"/>
            <ac:spMk id="26" creationId="{E509AD6C-85E9-2908-8D44-844CB1052909}"/>
          </ac:spMkLst>
        </pc:spChg>
        <pc:spChg chg="add mod">
          <ac:chgData name="Maclen 轩" userId="ec731eaab7075a35" providerId="LiveId" clId="{01D6CCD2-3D69-4C57-9D7E-36A42B3F4996}" dt="2024-12-01T03:27:25.451" v="4990" actId="1076"/>
          <ac:spMkLst>
            <pc:docMk/>
            <pc:sldMk cId="800467750" sldId="265"/>
            <ac:spMk id="30" creationId="{182699A9-5A24-501F-F763-707A9788B223}"/>
          </ac:spMkLst>
        </pc:spChg>
        <pc:grpChg chg="add mod">
          <ac:chgData name="Maclen 轩" userId="ec731eaab7075a35" providerId="LiveId" clId="{01D6CCD2-3D69-4C57-9D7E-36A42B3F4996}" dt="2024-11-30T18:27:11.891" v="4449" actId="1076"/>
          <ac:grpSpMkLst>
            <pc:docMk/>
            <pc:sldMk cId="800467750" sldId="265"/>
            <ac:grpSpMk id="4" creationId="{8466CAD1-0E64-EB8D-6EDF-13C19BCBB44A}"/>
          </ac:grpSpMkLst>
        </pc:grpChg>
        <pc:grpChg chg="add mod">
          <ac:chgData name="Maclen 轩" userId="ec731eaab7075a35" providerId="LiveId" clId="{01D6CCD2-3D69-4C57-9D7E-36A42B3F4996}" dt="2024-11-30T18:27:13.117" v="4450" actId="1076"/>
          <ac:grpSpMkLst>
            <pc:docMk/>
            <pc:sldMk cId="800467750" sldId="265"/>
            <ac:grpSpMk id="8" creationId="{6F6F1805-8607-654F-6166-AE473FE00E21}"/>
          </ac:grpSpMkLst>
        </pc:grpChg>
        <pc:grpChg chg="add mod">
          <ac:chgData name="Maclen 轩" userId="ec731eaab7075a35" providerId="LiveId" clId="{01D6CCD2-3D69-4C57-9D7E-36A42B3F4996}" dt="2024-11-30T18:27:16.206" v="4451" actId="1076"/>
          <ac:grpSpMkLst>
            <pc:docMk/>
            <pc:sldMk cId="800467750" sldId="265"/>
            <ac:grpSpMk id="12" creationId="{77E63650-0EB1-D72E-4661-906B03CB774D}"/>
          </ac:grpSpMkLst>
        </pc:grpChg>
        <pc:grpChg chg="add mod">
          <ac:chgData name="Maclen 轩" userId="ec731eaab7075a35" providerId="LiveId" clId="{01D6CCD2-3D69-4C57-9D7E-36A42B3F4996}" dt="2024-12-01T03:16:01.052" v="4842" actId="1076"/>
          <ac:grpSpMkLst>
            <pc:docMk/>
            <pc:sldMk cId="800467750" sldId="265"/>
            <ac:grpSpMk id="17" creationId="{EBAE4ED4-0DB2-B156-4CCD-9D731213E46B}"/>
          </ac:grpSpMkLst>
        </pc:grpChg>
        <pc:picChg chg="mod">
          <ac:chgData name="Maclen 轩" userId="ec731eaab7075a35" providerId="LiveId" clId="{01D6CCD2-3D69-4C57-9D7E-36A42B3F4996}" dt="2024-11-30T16:46:40.353" v="4182"/>
          <ac:picMkLst>
            <pc:docMk/>
            <pc:sldMk cId="800467750" sldId="265"/>
            <ac:picMk id="5" creationId="{FE293491-5A8D-48C4-1DC1-6E1EC2B307A7}"/>
          </ac:picMkLst>
        </pc:picChg>
        <pc:picChg chg="mod">
          <ac:chgData name="Maclen 轩" userId="ec731eaab7075a35" providerId="LiveId" clId="{01D6CCD2-3D69-4C57-9D7E-36A42B3F4996}" dt="2024-11-30T16:46:40.353" v="4182"/>
          <ac:picMkLst>
            <pc:docMk/>
            <pc:sldMk cId="800467750" sldId="265"/>
            <ac:picMk id="6" creationId="{0BF76FAB-FCD3-C09E-17D4-912642141418}"/>
          </ac:picMkLst>
        </pc:picChg>
        <pc:picChg chg="mod">
          <ac:chgData name="Maclen 轩" userId="ec731eaab7075a35" providerId="LiveId" clId="{01D6CCD2-3D69-4C57-9D7E-36A42B3F4996}" dt="2024-11-30T16:46:40.353" v="4182"/>
          <ac:picMkLst>
            <pc:docMk/>
            <pc:sldMk cId="800467750" sldId="265"/>
            <ac:picMk id="9" creationId="{95EF3F27-340D-3A2E-F160-12CB7BE378DD}"/>
          </ac:picMkLst>
        </pc:picChg>
        <pc:picChg chg="mod">
          <ac:chgData name="Maclen 轩" userId="ec731eaab7075a35" providerId="LiveId" clId="{01D6CCD2-3D69-4C57-9D7E-36A42B3F4996}" dt="2024-11-30T16:46:40.353" v="4182"/>
          <ac:picMkLst>
            <pc:docMk/>
            <pc:sldMk cId="800467750" sldId="265"/>
            <ac:picMk id="10" creationId="{4139BB46-6051-AA7C-C3FE-89377804528B}"/>
          </ac:picMkLst>
        </pc:picChg>
        <pc:picChg chg="mod">
          <ac:chgData name="Maclen 轩" userId="ec731eaab7075a35" providerId="LiveId" clId="{01D6CCD2-3D69-4C57-9D7E-36A42B3F4996}" dt="2024-11-30T16:46:40.353" v="4182"/>
          <ac:picMkLst>
            <pc:docMk/>
            <pc:sldMk cId="800467750" sldId="265"/>
            <ac:picMk id="13" creationId="{E86834B1-570B-5E45-9AF9-A5C7ED9AC328}"/>
          </ac:picMkLst>
        </pc:picChg>
        <pc:picChg chg="mod">
          <ac:chgData name="Maclen 轩" userId="ec731eaab7075a35" providerId="LiveId" clId="{01D6CCD2-3D69-4C57-9D7E-36A42B3F4996}" dt="2024-11-30T16:46:40.353" v="4182"/>
          <ac:picMkLst>
            <pc:docMk/>
            <pc:sldMk cId="800467750" sldId="265"/>
            <ac:picMk id="14" creationId="{7F83339F-1B17-1D1A-EC49-DCD589868EDE}"/>
          </ac:picMkLst>
        </pc:picChg>
        <pc:picChg chg="mod">
          <ac:chgData name="Maclen 轩" userId="ec731eaab7075a35" providerId="LiveId" clId="{01D6CCD2-3D69-4C57-9D7E-36A42B3F4996}" dt="2024-11-30T16:46:40.353" v="4182"/>
          <ac:picMkLst>
            <pc:docMk/>
            <pc:sldMk cId="800467750" sldId="265"/>
            <ac:picMk id="15" creationId="{58B91059-921A-2D66-8106-5ADD1FCA43A7}"/>
          </ac:picMkLst>
        </pc:picChg>
        <pc:picChg chg="mod">
          <ac:chgData name="Maclen 轩" userId="ec731eaab7075a35" providerId="LiveId" clId="{01D6CCD2-3D69-4C57-9D7E-36A42B3F4996}" dt="2024-11-30T16:46:40.353" v="4182"/>
          <ac:picMkLst>
            <pc:docMk/>
            <pc:sldMk cId="800467750" sldId="265"/>
            <ac:picMk id="18" creationId="{5C11EAA8-D752-802F-A565-79E0958157A1}"/>
          </ac:picMkLst>
        </pc:picChg>
        <pc:picChg chg="mod">
          <ac:chgData name="Maclen 轩" userId="ec731eaab7075a35" providerId="LiveId" clId="{01D6CCD2-3D69-4C57-9D7E-36A42B3F4996}" dt="2024-11-30T16:46:40.353" v="4182"/>
          <ac:picMkLst>
            <pc:docMk/>
            <pc:sldMk cId="800467750" sldId="265"/>
            <ac:picMk id="19" creationId="{3DE0CB70-C185-8A8B-5DDB-503D1ED213A3}"/>
          </ac:picMkLst>
        </pc:picChg>
        <pc:picChg chg="mod">
          <ac:chgData name="Maclen 轩" userId="ec731eaab7075a35" providerId="LiveId" clId="{01D6CCD2-3D69-4C57-9D7E-36A42B3F4996}" dt="2024-11-30T16:46:40.353" v="4182"/>
          <ac:picMkLst>
            <pc:docMk/>
            <pc:sldMk cId="800467750" sldId="265"/>
            <ac:picMk id="20" creationId="{1479096A-D41D-B3C8-7BC0-10561278A440}"/>
          </ac:picMkLst>
        </pc:picChg>
        <pc:picChg chg="add mod">
          <ac:chgData name="Maclen 轩" userId="ec731eaab7075a35" providerId="LiveId" clId="{01D6CCD2-3D69-4C57-9D7E-36A42B3F4996}" dt="2024-12-01T03:30:41.427" v="4996" actId="1076"/>
          <ac:picMkLst>
            <pc:docMk/>
            <pc:sldMk cId="800467750" sldId="265"/>
            <ac:picMk id="22" creationId="{1B554F12-6770-3E9F-E343-9DC6D4EEC37A}"/>
          </ac:picMkLst>
        </pc:picChg>
        <pc:cxnChg chg="mod">
          <ac:chgData name="Maclen 轩" userId="ec731eaab7075a35" providerId="LiveId" clId="{01D6CCD2-3D69-4C57-9D7E-36A42B3F4996}" dt="2024-11-30T16:46:40.353" v="4182"/>
          <ac:cxnSpMkLst>
            <pc:docMk/>
            <pc:sldMk cId="800467750" sldId="265"/>
            <ac:cxnSpMk id="7" creationId="{F02A9DF3-006B-5BD2-07B2-8BBC29C688F8}"/>
          </ac:cxnSpMkLst>
        </pc:cxnChg>
        <pc:cxnChg chg="mod">
          <ac:chgData name="Maclen 轩" userId="ec731eaab7075a35" providerId="LiveId" clId="{01D6CCD2-3D69-4C57-9D7E-36A42B3F4996}" dt="2024-11-30T16:46:40.353" v="4182"/>
          <ac:cxnSpMkLst>
            <pc:docMk/>
            <pc:sldMk cId="800467750" sldId="265"/>
            <ac:cxnSpMk id="11" creationId="{7B078419-9A6A-5D52-BEE6-B7C8F31DBB17}"/>
          </ac:cxnSpMkLst>
        </pc:cxnChg>
        <pc:cxnChg chg="mod">
          <ac:chgData name="Maclen 轩" userId="ec731eaab7075a35" providerId="LiveId" clId="{01D6CCD2-3D69-4C57-9D7E-36A42B3F4996}" dt="2024-11-30T16:46:40.353" v="4182"/>
          <ac:cxnSpMkLst>
            <pc:docMk/>
            <pc:sldMk cId="800467750" sldId="265"/>
            <ac:cxnSpMk id="16" creationId="{C8AC8EE7-671E-36BC-9F8D-C3F859B474FB}"/>
          </ac:cxnSpMkLst>
        </pc:cxnChg>
        <pc:cxnChg chg="mod">
          <ac:chgData name="Maclen 轩" userId="ec731eaab7075a35" providerId="LiveId" clId="{01D6CCD2-3D69-4C57-9D7E-36A42B3F4996}" dt="2024-11-30T16:46:40.353" v="4182"/>
          <ac:cxnSpMkLst>
            <pc:docMk/>
            <pc:sldMk cId="800467750" sldId="265"/>
            <ac:cxnSpMk id="21" creationId="{93A48858-F5E6-71D7-F700-C7CD2F0ACE70}"/>
          </ac:cxnSpMkLst>
        </pc:cxnChg>
      </pc:sldChg>
      <pc:sldChg chg="addSp delSp modSp new mod modTransition setBg modAnim">
        <pc:chgData name="Maclen 轩" userId="ec731eaab7075a35" providerId="LiveId" clId="{01D6CCD2-3D69-4C57-9D7E-36A42B3F4996}" dt="2024-12-14T15:54:58.381" v="6475" actId="20577"/>
        <pc:sldMkLst>
          <pc:docMk/>
          <pc:sldMk cId="1701080754" sldId="266"/>
        </pc:sldMkLst>
        <pc:spChg chg="add mod">
          <ac:chgData name="Maclen 轩" userId="ec731eaab7075a35" providerId="LiveId" clId="{01D6CCD2-3D69-4C57-9D7E-36A42B3F4996}" dt="2024-12-14T15:54:58.381" v="6475" actId="20577"/>
          <ac:spMkLst>
            <pc:docMk/>
            <pc:sldMk cId="1701080754" sldId="266"/>
            <ac:spMk id="2" creationId="{E5F00AD0-0E60-2AA8-C58B-EB8E7DE18FF0}"/>
          </ac:spMkLst>
        </pc:spChg>
        <pc:spChg chg="add mod">
          <ac:chgData name="Maclen 轩" userId="ec731eaab7075a35" providerId="LiveId" clId="{01D6CCD2-3D69-4C57-9D7E-36A42B3F4996}" dt="2024-12-01T15:02:52.172" v="5087" actId="113"/>
          <ac:spMkLst>
            <pc:docMk/>
            <pc:sldMk cId="1701080754" sldId="266"/>
            <ac:spMk id="4" creationId="{93F4B689-A6A4-7302-F6E2-612E9C69C0FA}"/>
          </ac:spMkLst>
        </pc:spChg>
        <pc:spChg chg="add mod">
          <ac:chgData name="Maclen 轩" userId="ec731eaab7075a35" providerId="LiveId" clId="{01D6CCD2-3D69-4C57-9D7E-36A42B3F4996}" dt="2024-12-01T15:03:19.029" v="5096" actId="255"/>
          <ac:spMkLst>
            <pc:docMk/>
            <pc:sldMk cId="1701080754" sldId="266"/>
            <ac:spMk id="5" creationId="{823180B5-B726-D5D6-16F4-23E6ED603120}"/>
          </ac:spMkLst>
        </pc:spChg>
        <pc:spChg chg="add mod">
          <ac:chgData name="Maclen 轩" userId="ec731eaab7075a35" providerId="LiveId" clId="{01D6CCD2-3D69-4C57-9D7E-36A42B3F4996}" dt="2024-12-01T15:01:53.939" v="5084" actId="20577"/>
          <ac:spMkLst>
            <pc:docMk/>
            <pc:sldMk cId="1701080754" sldId="266"/>
            <ac:spMk id="6" creationId="{9829B4C9-66FC-B229-D8FB-2C2B2BEEA076}"/>
          </ac:spMkLst>
        </pc:spChg>
        <pc:picChg chg="add mod ord">
          <ac:chgData name="Maclen 轩" userId="ec731eaab7075a35" providerId="LiveId" clId="{01D6CCD2-3D69-4C57-9D7E-36A42B3F4996}" dt="2024-12-01T15:24:11.216" v="5126" actId="1076"/>
          <ac:picMkLst>
            <pc:docMk/>
            <pc:sldMk cId="1701080754" sldId="266"/>
            <ac:picMk id="8" creationId="{971BFDD9-2681-1B09-E42D-D926358F76C7}"/>
          </ac:picMkLst>
        </pc:picChg>
      </pc:sldChg>
      <pc:sldChg chg="addSp delSp modSp new mod modTransition setBg modAnim">
        <pc:chgData name="Maclen 轩" userId="ec731eaab7075a35" providerId="LiveId" clId="{01D6CCD2-3D69-4C57-9D7E-36A42B3F4996}" dt="2024-12-01T19:36:57.358" v="5572"/>
        <pc:sldMkLst>
          <pc:docMk/>
          <pc:sldMk cId="1453695087" sldId="267"/>
        </pc:sldMkLst>
        <pc:grpChg chg="add mod">
          <ac:chgData name="Maclen 轩" userId="ec731eaab7075a35" providerId="LiveId" clId="{01D6CCD2-3D69-4C57-9D7E-36A42B3F4996}" dt="2024-12-01T19:35:04.946" v="5557" actId="1076"/>
          <ac:grpSpMkLst>
            <pc:docMk/>
            <pc:sldMk cId="1453695087" sldId="267"/>
            <ac:grpSpMk id="23" creationId="{483F7AB4-96BB-12AA-B28D-B94ACDD94A0C}"/>
          </ac:grpSpMkLst>
        </pc:grpChg>
        <pc:grpChg chg="add mod">
          <ac:chgData name="Maclen 轩" userId="ec731eaab7075a35" providerId="LiveId" clId="{01D6CCD2-3D69-4C57-9D7E-36A42B3F4996}" dt="2024-12-01T19:35:35.211" v="5563" actId="14100"/>
          <ac:grpSpMkLst>
            <pc:docMk/>
            <pc:sldMk cId="1453695087" sldId="267"/>
            <ac:grpSpMk id="27" creationId="{64336E77-3751-CEF1-2632-7577CA62E43D}"/>
          </ac:grpSpMkLst>
        </pc:grpChg>
        <pc:grpChg chg="add mod">
          <ac:chgData name="Maclen 轩" userId="ec731eaab7075a35" providerId="LiveId" clId="{01D6CCD2-3D69-4C57-9D7E-36A42B3F4996}" dt="2024-12-01T19:36:31.397" v="5571" actId="1076"/>
          <ac:grpSpMkLst>
            <pc:docMk/>
            <pc:sldMk cId="1453695087" sldId="267"/>
            <ac:grpSpMk id="32" creationId="{B8F828AE-FE31-9ADA-8CD8-7B103C1FD205}"/>
          </ac:grpSpMkLst>
        </pc:grpChg>
        <pc:picChg chg="add mod topLvl">
          <ac:chgData name="Maclen 轩" userId="ec731eaab7075a35" providerId="LiveId" clId="{01D6CCD2-3D69-4C57-9D7E-36A42B3F4996}" dt="2024-12-01T19:21:52.410" v="5528" actId="1076"/>
          <ac:picMkLst>
            <pc:docMk/>
            <pc:sldMk cId="1453695087" sldId="267"/>
            <ac:picMk id="9" creationId="{47BD33E3-EC2F-8751-9243-611200BBE47A}"/>
          </ac:picMkLst>
        </pc:picChg>
        <pc:picChg chg="add mod topLvl">
          <ac:chgData name="Maclen 轩" userId="ec731eaab7075a35" providerId="LiveId" clId="{01D6CCD2-3D69-4C57-9D7E-36A42B3F4996}" dt="2024-12-01T19:22:31.366" v="5539" actId="1076"/>
          <ac:picMkLst>
            <pc:docMk/>
            <pc:sldMk cId="1453695087" sldId="267"/>
            <ac:picMk id="11" creationId="{12FCE060-E957-CF8C-04A7-B54618207DDE}"/>
          </ac:picMkLst>
        </pc:picChg>
        <pc:picChg chg="add mod ord">
          <ac:chgData name="Maclen 轩" userId="ec731eaab7075a35" providerId="LiveId" clId="{01D6CCD2-3D69-4C57-9D7E-36A42B3F4996}" dt="2024-12-01T19:22:14.076" v="5533" actId="1076"/>
          <ac:picMkLst>
            <pc:docMk/>
            <pc:sldMk cId="1453695087" sldId="267"/>
            <ac:picMk id="16" creationId="{673B4989-4449-4C6F-F409-BE85E4D4DAC5}"/>
          </ac:picMkLst>
        </pc:picChg>
        <pc:picChg chg="add del mod ord">
          <ac:chgData name="Maclen 轩" userId="ec731eaab7075a35" providerId="LiveId" clId="{01D6CCD2-3D69-4C57-9D7E-36A42B3F4996}" dt="2024-12-01T19:21:55.085" v="5529" actId="1076"/>
          <ac:picMkLst>
            <pc:docMk/>
            <pc:sldMk cId="1453695087" sldId="267"/>
            <ac:picMk id="22" creationId="{ABD556DC-D92E-66D8-6286-6B6A78CF24BD}"/>
          </ac:picMkLst>
        </pc:picChg>
        <pc:picChg chg="mod">
          <ac:chgData name="Maclen 轩" userId="ec731eaab7075a35" providerId="LiveId" clId="{01D6CCD2-3D69-4C57-9D7E-36A42B3F4996}" dt="2024-12-01T19:34:45.484" v="5553"/>
          <ac:picMkLst>
            <pc:docMk/>
            <pc:sldMk cId="1453695087" sldId="267"/>
            <ac:picMk id="24" creationId="{89C0EB51-8931-C82C-CEF6-41A1C2BE7EB7}"/>
          </ac:picMkLst>
        </pc:picChg>
        <pc:picChg chg="mod">
          <ac:chgData name="Maclen 轩" userId="ec731eaab7075a35" providerId="LiveId" clId="{01D6CCD2-3D69-4C57-9D7E-36A42B3F4996}" dt="2024-12-01T19:34:45.484" v="5553"/>
          <ac:picMkLst>
            <pc:docMk/>
            <pc:sldMk cId="1453695087" sldId="267"/>
            <ac:picMk id="25" creationId="{B8D88F1E-D106-651B-9D43-14175AA1B084}"/>
          </ac:picMkLst>
        </pc:picChg>
        <pc:picChg chg="mod">
          <ac:chgData name="Maclen 轩" userId="ec731eaab7075a35" providerId="LiveId" clId="{01D6CCD2-3D69-4C57-9D7E-36A42B3F4996}" dt="2024-12-01T19:35:23.256" v="5559"/>
          <ac:picMkLst>
            <pc:docMk/>
            <pc:sldMk cId="1453695087" sldId="267"/>
            <ac:picMk id="28" creationId="{FB5C95D0-0A0B-F152-DA2E-3654A80CDE9C}"/>
          </ac:picMkLst>
        </pc:picChg>
        <pc:picChg chg="mod">
          <ac:chgData name="Maclen 轩" userId="ec731eaab7075a35" providerId="LiveId" clId="{01D6CCD2-3D69-4C57-9D7E-36A42B3F4996}" dt="2024-12-01T19:35:23.256" v="5559"/>
          <ac:picMkLst>
            <pc:docMk/>
            <pc:sldMk cId="1453695087" sldId="267"/>
            <ac:picMk id="29" creationId="{DE72A8A6-CA8F-E224-A9A0-9F9E2477839A}"/>
          </ac:picMkLst>
        </pc:picChg>
        <pc:picChg chg="mod">
          <ac:chgData name="Maclen 轩" userId="ec731eaab7075a35" providerId="LiveId" clId="{01D6CCD2-3D69-4C57-9D7E-36A42B3F4996}" dt="2024-12-01T19:35:23.256" v="5559"/>
          <ac:picMkLst>
            <pc:docMk/>
            <pc:sldMk cId="1453695087" sldId="267"/>
            <ac:picMk id="30" creationId="{C3DF5ACA-A92D-4514-E0AB-72784951C154}"/>
          </ac:picMkLst>
        </pc:picChg>
        <pc:picChg chg="mod">
          <ac:chgData name="Maclen 轩" userId="ec731eaab7075a35" providerId="LiveId" clId="{01D6CCD2-3D69-4C57-9D7E-36A42B3F4996}" dt="2024-12-01T19:35:43.376" v="5564"/>
          <ac:picMkLst>
            <pc:docMk/>
            <pc:sldMk cId="1453695087" sldId="267"/>
            <ac:picMk id="33" creationId="{F42733AD-D050-41E5-BD26-56A607747933}"/>
          </ac:picMkLst>
        </pc:picChg>
        <pc:picChg chg="mod">
          <ac:chgData name="Maclen 轩" userId="ec731eaab7075a35" providerId="LiveId" clId="{01D6CCD2-3D69-4C57-9D7E-36A42B3F4996}" dt="2024-12-01T19:35:43.376" v="5564"/>
          <ac:picMkLst>
            <pc:docMk/>
            <pc:sldMk cId="1453695087" sldId="267"/>
            <ac:picMk id="34" creationId="{5412DF2D-4C32-0A87-8D14-E4DC986ADD29}"/>
          </ac:picMkLst>
        </pc:picChg>
        <pc:picChg chg="mod">
          <ac:chgData name="Maclen 轩" userId="ec731eaab7075a35" providerId="LiveId" clId="{01D6CCD2-3D69-4C57-9D7E-36A42B3F4996}" dt="2024-12-01T19:35:43.376" v="5564"/>
          <ac:picMkLst>
            <pc:docMk/>
            <pc:sldMk cId="1453695087" sldId="267"/>
            <ac:picMk id="35" creationId="{B47C5D93-B988-1467-73A5-BC0E5CC00820}"/>
          </ac:picMkLst>
        </pc:picChg>
        <pc:cxnChg chg="mod">
          <ac:chgData name="Maclen 轩" userId="ec731eaab7075a35" providerId="LiveId" clId="{01D6CCD2-3D69-4C57-9D7E-36A42B3F4996}" dt="2024-12-01T19:34:45.484" v="5553"/>
          <ac:cxnSpMkLst>
            <pc:docMk/>
            <pc:sldMk cId="1453695087" sldId="267"/>
            <ac:cxnSpMk id="26" creationId="{C004B6C3-45A6-0EC5-0DF4-AF9207B19E16}"/>
          </ac:cxnSpMkLst>
        </pc:cxnChg>
        <pc:cxnChg chg="mod">
          <ac:chgData name="Maclen 轩" userId="ec731eaab7075a35" providerId="LiveId" clId="{01D6CCD2-3D69-4C57-9D7E-36A42B3F4996}" dt="2024-12-01T19:35:23.256" v="5559"/>
          <ac:cxnSpMkLst>
            <pc:docMk/>
            <pc:sldMk cId="1453695087" sldId="267"/>
            <ac:cxnSpMk id="31" creationId="{CA97E7B7-2DEF-AD47-FAC1-FE15D17BD08E}"/>
          </ac:cxnSpMkLst>
        </pc:cxnChg>
        <pc:cxnChg chg="mod">
          <ac:chgData name="Maclen 轩" userId="ec731eaab7075a35" providerId="LiveId" clId="{01D6CCD2-3D69-4C57-9D7E-36A42B3F4996}" dt="2024-12-01T19:35:43.376" v="5564"/>
          <ac:cxnSpMkLst>
            <pc:docMk/>
            <pc:sldMk cId="1453695087" sldId="267"/>
            <ac:cxnSpMk id="36" creationId="{67272125-262A-99D2-3205-FB95AD0A54E6}"/>
          </ac:cxnSpMkLst>
        </pc:cxnChg>
      </pc:sldChg>
      <pc:sldChg chg="ord">
        <pc:chgData name="Maclen 轩" userId="ec731eaab7075a35" providerId="LiveId" clId="{01D6CCD2-3D69-4C57-9D7E-36A42B3F4996}" dt="2024-12-01T18:20:48.286" v="5263"/>
        <pc:sldMkLst>
          <pc:docMk/>
          <pc:sldMk cId="4172967946" sldId="268"/>
        </pc:sldMkLst>
      </pc:sldChg>
      <pc:sldChg chg="modSp del mod setBg">
        <pc:chgData name="Maclen 轩" userId="ec731eaab7075a35" providerId="LiveId" clId="{01D6CCD2-3D69-4C57-9D7E-36A42B3F4996}" dt="2024-12-01T19:23:06.245" v="5540" actId="2696"/>
        <pc:sldMkLst>
          <pc:docMk/>
          <pc:sldMk cId="3636895139" sldId="269"/>
        </pc:sldMkLst>
      </pc:sldChg>
      <pc:sldChg chg="modSp del mod setBg">
        <pc:chgData name="Maclen 轩" userId="ec731eaab7075a35" providerId="LiveId" clId="{01D6CCD2-3D69-4C57-9D7E-36A42B3F4996}" dt="2024-12-01T19:23:09.015" v="5541" actId="2696"/>
        <pc:sldMkLst>
          <pc:docMk/>
          <pc:sldMk cId="4091604655" sldId="270"/>
        </pc:sldMkLst>
      </pc:sldChg>
      <pc:sldChg chg="new del">
        <pc:chgData name="Maclen 轩" userId="ec731eaab7075a35" providerId="LiveId" clId="{01D6CCD2-3D69-4C57-9D7E-36A42B3F4996}" dt="2024-12-01T18:35:20.935" v="5458" actId="47"/>
        <pc:sldMkLst>
          <pc:docMk/>
          <pc:sldMk cId="1299728612" sldId="271"/>
        </pc:sldMkLst>
      </pc:sldChg>
      <pc:sldChg chg="modSp del mod setBg">
        <pc:chgData name="Maclen 轩" userId="ec731eaab7075a35" providerId="LiveId" clId="{01D6CCD2-3D69-4C57-9D7E-36A42B3F4996}" dt="2024-12-01T19:23:12.265" v="5542" actId="2696"/>
        <pc:sldMkLst>
          <pc:docMk/>
          <pc:sldMk cId="2347122606" sldId="271"/>
        </pc:sldMkLst>
      </pc:sldChg>
      <pc:sldChg chg="addSp modSp mod setBg">
        <pc:chgData name="Maclen 轩" userId="ec731eaab7075a35" providerId="LiveId" clId="{01D6CCD2-3D69-4C57-9D7E-36A42B3F4996}" dt="2024-12-01T20:15:15.282" v="5596" actId="1076"/>
        <pc:sldMkLst>
          <pc:docMk/>
          <pc:sldMk cId="4217033186" sldId="272"/>
        </pc:sldMkLst>
        <pc:spChg chg="add mod">
          <ac:chgData name="Maclen 轩" userId="ec731eaab7075a35" providerId="LiveId" clId="{01D6CCD2-3D69-4C57-9D7E-36A42B3F4996}" dt="2024-12-01T20:15:15.282" v="5596" actId="1076"/>
          <ac:spMkLst>
            <pc:docMk/>
            <pc:sldMk cId="4217033186" sldId="272"/>
            <ac:spMk id="2" creationId="{31E28C33-93C7-E816-80AE-E8EB68707C54}"/>
          </ac:spMkLst>
        </pc:spChg>
        <pc:picChg chg="mod">
          <ac:chgData name="Maclen 轩" userId="ec731eaab7075a35" providerId="LiveId" clId="{01D6CCD2-3D69-4C57-9D7E-36A42B3F4996}" dt="2024-12-01T20:15:08.971" v="5595" actId="1076"/>
          <ac:picMkLst>
            <pc:docMk/>
            <pc:sldMk cId="4217033186" sldId="272"/>
            <ac:picMk id="9" creationId="{A3075328-6C52-4B1F-8B75-C2523D9C07C6}"/>
          </ac:picMkLst>
        </pc:picChg>
        <pc:picChg chg="mod">
          <ac:chgData name="Maclen 轩" userId="ec731eaab7075a35" providerId="LiveId" clId="{01D6CCD2-3D69-4C57-9D7E-36A42B3F4996}" dt="2024-12-01T20:11:45.389" v="5574" actId="1076"/>
          <ac:picMkLst>
            <pc:docMk/>
            <pc:sldMk cId="4217033186" sldId="272"/>
            <ac:picMk id="11" creationId="{43083394-95EE-011E-1477-D568E616A192}"/>
          </ac:picMkLst>
        </pc:picChg>
        <pc:picChg chg="mod">
          <ac:chgData name="Maclen 轩" userId="ec731eaab7075a35" providerId="LiveId" clId="{01D6CCD2-3D69-4C57-9D7E-36A42B3F4996}" dt="2024-12-01T20:11:46.478" v="5575" actId="1076"/>
          <ac:picMkLst>
            <pc:docMk/>
            <pc:sldMk cId="4217033186" sldId="272"/>
            <ac:picMk id="14" creationId="{9449B02D-2C6A-3EF9-58B4-9DE3A6F43E2A}"/>
          </ac:picMkLst>
        </pc:picChg>
        <pc:picChg chg="mod">
          <ac:chgData name="Maclen 轩" userId="ec731eaab7075a35" providerId="LiveId" clId="{01D6CCD2-3D69-4C57-9D7E-36A42B3F4996}" dt="2024-12-01T20:11:47.461" v="5576" actId="1076"/>
          <ac:picMkLst>
            <pc:docMk/>
            <pc:sldMk cId="4217033186" sldId="272"/>
            <ac:picMk id="16" creationId="{E44F8831-14F1-2DE3-4707-3425931EF764}"/>
          </ac:picMkLst>
        </pc:picChg>
        <pc:picChg chg="mod ord">
          <ac:chgData name="Maclen 轩" userId="ec731eaab7075a35" providerId="LiveId" clId="{01D6CCD2-3D69-4C57-9D7E-36A42B3F4996}" dt="2024-12-01T20:11:49.847" v="5578" actId="1076"/>
          <ac:picMkLst>
            <pc:docMk/>
            <pc:sldMk cId="4217033186" sldId="272"/>
            <ac:picMk id="22" creationId="{6CC3B8B8-9A12-4667-6628-7A1039965E9B}"/>
          </ac:picMkLst>
        </pc:picChg>
      </pc:sldChg>
      <pc:sldChg chg="addSp delSp modSp new mod modTransition setBg modAnim">
        <pc:chgData name="Maclen 轩" userId="ec731eaab7075a35" providerId="LiveId" clId="{01D6CCD2-3D69-4C57-9D7E-36A42B3F4996}" dt="2024-12-14T19:24:11.743" v="6787" actId="1076"/>
        <pc:sldMkLst>
          <pc:docMk/>
          <pc:sldMk cId="2588819939" sldId="273"/>
        </pc:sldMkLst>
        <pc:spChg chg="add mod">
          <ac:chgData name="Maclen 轩" userId="ec731eaab7075a35" providerId="LiveId" clId="{01D6CCD2-3D69-4C57-9D7E-36A42B3F4996}" dt="2024-12-14T19:23:55.496" v="6784" actId="20577"/>
          <ac:spMkLst>
            <pc:docMk/>
            <pc:sldMk cId="2588819939" sldId="273"/>
            <ac:spMk id="10" creationId="{7BFF3D38-829E-8410-1025-462D854A0299}"/>
          </ac:spMkLst>
        </pc:spChg>
        <pc:spChg chg="add mod">
          <ac:chgData name="Maclen 轩" userId="ec731eaab7075a35" providerId="LiveId" clId="{01D6CCD2-3D69-4C57-9D7E-36A42B3F4996}" dt="2024-12-14T19:24:11.743" v="6787" actId="1076"/>
          <ac:spMkLst>
            <pc:docMk/>
            <pc:sldMk cId="2588819939" sldId="273"/>
            <ac:spMk id="11" creationId="{D88D71D6-95DA-FCE2-4101-F0A206B3EF2D}"/>
          </ac:spMkLst>
        </pc:spChg>
        <pc:spChg chg="add mod">
          <ac:chgData name="Maclen 轩" userId="ec731eaab7075a35" providerId="LiveId" clId="{01D6CCD2-3D69-4C57-9D7E-36A42B3F4996}" dt="2024-12-14T19:24:08.113" v="6786" actId="1076"/>
          <ac:spMkLst>
            <pc:docMk/>
            <pc:sldMk cId="2588819939" sldId="273"/>
            <ac:spMk id="12" creationId="{473AA893-D4CC-1947-5D65-60E5E74AABC1}"/>
          </ac:spMkLst>
        </pc:spChg>
        <pc:picChg chg="add mod">
          <ac:chgData name="Maclen 轩" userId="ec731eaab7075a35" providerId="LiveId" clId="{01D6CCD2-3D69-4C57-9D7E-36A42B3F4996}" dt="2024-12-01T20:30:43.045" v="5667" actId="1076"/>
          <ac:picMkLst>
            <pc:docMk/>
            <pc:sldMk cId="2588819939" sldId="273"/>
            <ac:picMk id="9" creationId="{E0FF1B09-979A-8D72-C05A-1775D6331438}"/>
          </ac:picMkLst>
        </pc:picChg>
      </pc:sldChg>
      <pc:sldChg chg="addSp delSp modSp new mod modTransition setBg">
        <pc:chgData name="Maclen 轩" userId="ec731eaab7075a35" providerId="LiveId" clId="{01D6CCD2-3D69-4C57-9D7E-36A42B3F4996}" dt="2024-12-02T03:01:45.087" v="5854" actId="113"/>
        <pc:sldMkLst>
          <pc:docMk/>
          <pc:sldMk cId="3444379588" sldId="274"/>
        </pc:sldMkLst>
        <pc:spChg chg="add mod">
          <ac:chgData name="Maclen 轩" userId="ec731eaab7075a35" providerId="LiveId" clId="{01D6CCD2-3D69-4C57-9D7E-36A42B3F4996}" dt="2024-12-02T03:01:45.087" v="5854" actId="113"/>
          <ac:spMkLst>
            <pc:docMk/>
            <pc:sldMk cId="3444379588" sldId="274"/>
            <ac:spMk id="10" creationId="{BD2F6E49-6CCD-742F-943F-2BA0B3F74AD3}"/>
          </ac:spMkLst>
        </pc:spChg>
        <pc:spChg chg="add mod">
          <ac:chgData name="Maclen 轩" userId="ec731eaab7075a35" providerId="LiveId" clId="{01D6CCD2-3D69-4C57-9D7E-36A42B3F4996}" dt="2024-12-02T02:44:22.959" v="5786" actId="20577"/>
          <ac:spMkLst>
            <pc:docMk/>
            <pc:sldMk cId="3444379588" sldId="274"/>
            <ac:spMk id="12" creationId="{153AEFFD-29C7-536C-59DE-C470677051AD}"/>
          </ac:spMkLst>
        </pc:spChg>
        <pc:picChg chg="add mod">
          <ac:chgData name="Maclen 轩" userId="ec731eaab7075a35" providerId="LiveId" clId="{01D6CCD2-3D69-4C57-9D7E-36A42B3F4996}" dt="2024-12-02T02:29:10.301" v="5705" actId="1076"/>
          <ac:picMkLst>
            <pc:docMk/>
            <pc:sldMk cId="3444379588" sldId="274"/>
            <ac:picMk id="3" creationId="{A457CED3-8FB2-1E18-E5E1-7ED9B6B35D15}"/>
          </ac:picMkLst>
        </pc:picChg>
        <pc:picChg chg="add mod">
          <ac:chgData name="Maclen 轩" userId="ec731eaab7075a35" providerId="LiveId" clId="{01D6CCD2-3D69-4C57-9D7E-36A42B3F4996}" dt="2024-12-02T02:30:56.221" v="5713" actId="14100"/>
          <ac:picMkLst>
            <pc:docMk/>
            <pc:sldMk cId="3444379588" sldId="274"/>
            <ac:picMk id="7" creationId="{1E16BB0D-CFEC-D528-E856-17BE33B7D129}"/>
          </ac:picMkLst>
        </pc:picChg>
        <pc:picChg chg="add mod">
          <ac:chgData name="Maclen 轩" userId="ec731eaab7075a35" providerId="LiveId" clId="{01D6CCD2-3D69-4C57-9D7E-36A42B3F4996}" dt="2024-12-02T02:30:58.755" v="5714" actId="14100"/>
          <ac:picMkLst>
            <pc:docMk/>
            <pc:sldMk cId="3444379588" sldId="274"/>
            <ac:picMk id="9" creationId="{D1BDA7DB-2004-3704-62BA-15B3F58467D6}"/>
          </ac:picMkLst>
        </pc:picChg>
      </pc:sldChg>
      <pc:sldChg chg="new del">
        <pc:chgData name="Maclen 轩" userId="ec731eaab7075a35" providerId="LiveId" clId="{01D6CCD2-3D69-4C57-9D7E-36A42B3F4996}" dt="2024-12-02T02:32:12.454" v="5716" actId="47"/>
        <pc:sldMkLst>
          <pc:docMk/>
          <pc:sldMk cId="1239939712" sldId="275"/>
        </pc:sldMkLst>
      </pc:sldChg>
      <pc:sldChg chg="modSp del mod modTransition setBg">
        <pc:chgData name="Maclen 轩" userId="ec731eaab7075a35" providerId="LiveId" clId="{01D6CCD2-3D69-4C57-9D7E-36A42B3F4996}" dt="2024-12-02T02:33:33.734" v="5731" actId="2696"/>
        <pc:sldMkLst>
          <pc:docMk/>
          <pc:sldMk cId="2233935341" sldId="275"/>
        </pc:sldMkLst>
      </pc:sldChg>
      <pc:sldChg chg="modSp mod modTransition setBg">
        <pc:chgData name="Maclen 轩" userId="ec731eaab7075a35" providerId="LiveId" clId="{01D6CCD2-3D69-4C57-9D7E-36A42B3F4996}" dt="2024-12-14T15:39:57.497" v="6474" actId="1076"/>
        <pc:sldMkLst>
          <pc:docMk/>
          <pc:sldMk cId="2248497297" sldId="275"/>
        </pc:sldMkLst>
        <pc:picChg chg="mod ord">
          <ac:chgData name="Maclen 轩" userId="ec731eaab7075a35" providerId="LiveId" clId="{01D6CCD2-3D69-4C57-9D7E-36A42B3F4996}" dt="2024-12-14T15:39:57.497" v="6474" actId="1076"/>
          <ac:picMkLst>
            <pc:docMk/>
            <pc:sldMk cId="2248497297" sldId="275"/>
            <ac:picMk id="3" creationId="{511E8F3D-4EFF-BA5F-B5A8-7685297B3E36}"/>
          </ac:picMkLst>
        </pc:picChg>
      </pc:sldChg>
      <pc:sldChg chg="modSp mod modTransition setBg">
        <pc:chgData name="Maclen 轩" userId="ec731eaab7075a35" providerId="LiveId" clId="{01D6CCD2-3D69-4C57-9D7E-36A42B3F4996}" dt="2024-12-02T02:35:10.712" v="5748"/>
        <pc:sldMkLst>
          <pc:docMk/>
          <pc:sldMk cId="3635126203" sldId="276"/>
        </pc:sldMkLst>
        <pc:picChg chg="mod ord">
          <ac:chgData name="Maclen 轩" userId="ec731eaab7075a35" providerId="LiveId" clId="{01D6CCD2-3D69-4C57-9D7E-36A42B3F4996}" dt="2024-12-02T02:35:06.974" v="5747" actId="14100"/>
          <ac:picMkLst>
            <pc:docMk/>
            <pc:sldMk cId="3635126203" sldId="276"/>
            <ac:picMk id="7" creationId="{5BDFD0EC-2B85-DFB5-939F-72C5A6779EC8}"/>
          </ac:picMkLst>
        </pc:picChg>
      </pc:sldChg>
      <pc:sldChg chg="modSp mod modTransition setBg">
        <pc:chgData name="Maclen 轩" userId="ec731eaab7075a35" providerId="LiveId" clId="{01D6CCD2-3D69-4C57-9D7E-36A42B3F4996}" dt="2024-12-02T02:36:24.388" v="5755"/>
        <pc:sldMkLst>
          <pc:docMk/>
          <pc:sldMk cId="3216771159" sldId="277"/>
        </pc:sldMkLst>
        <pc:picChg chg="mod">
          <ac:chgData name="Maclen 轩" userId="ec731eaab7075a35" providerId="LiveId" clId="{01D6CCD2-3D69-4C57-9D7E-36A42B3F4996}" dt="2024-12-02T02:35:58.691" v="5754" actId="14100"/>
          <ac:picMkLst>
            <pc:docMk/>
            <pc:sldMk cId="3216771159" sldId="277"/>
            <ac:picMk id="9" creationId="{91261778-FA71-FE12-DEAA-CB69D8BCE119}"/>
          </ac:picMkLst>
        </pc:picChg>
      </pc:sldChg>
      <pc:sldChg chg="addSp delSp modSp new mod modTransition setBg">
        <pc:chgData name="Maclen 轩" userId="ec731eaab7075a35" providerId="LiveId" clId="{01D6CCD2-3D69-4C57-9D7E-36A42B3F4996}" dt="2024-12-14T19:24:38.429" v="6789" actId="20577"/>
        <pc:sldMkLst>
          <pc:docMk/>
          <pc:sldMk cId="1063424533" sldId="278"/>
        </pc:sldMkLst>
        <pc:spChg chg="add mod">
          <ac:chgData name="Maclen 轩" userId="ec731eaab7075a35" providerId="LiveId" clId="{01D6CCD2-3D69-4C57-9D7E-36A42B3F4996}" dt="2024-12-14T19:24:38.429" v="6789" actId="20577"/>
          <ac:spMkLst>
            <pc:docMk/>
            <pc:sldMk cId="1063424533" sldId="278"/>
            <ac:spMk id="6" creationId="{EE8883E8-C954-84F5-6A01-D64EB93410DB}"/>
          </ac:spMkLst>
        </pc:spChg>
        <pc:picChg chg="add mod">
          <ac:chgData name="Maclen 轩" userId="ec731eaab7075a35" providerId="LiveId" clId="{01D6CCD2-3D69-4C57-9D7E-36A42B3F4996}" dt="2024-12-02T02:50:36.021" v="5806" actId="14100"/>
          <ac:picMkLst>
            <pc:docMk/>
            <pc:sldMk cId="1063424533" sldId="278"/>
            <ac:picMk id="5" creationId="{0F513F94-ADC7-605A-B500-FBF0D8C9A3BB}"/>
          </ac:picMkLst>
        </pc:picChg>
      </pc:sldChg>
      <pc:sldChg chg="addSp delSp modSp new mod modTransition setBg modAnim">
        <pc:chgData name="Maclen 轩" userId="ec731eaab7075a35" providerId="LiveId" clId="{01D6CCD2-3D69-4C57-9D7E-36A42B3F4996}" dt="2024-12-14T15:58:27.217" v="6482" actId="20577"/>
        <pc:sldMkLst>
          <pc:docMk/>
          <pc:sldMk cId="1850486454" sldId="279"/>
        </pc:sldMkLst>
        <pc:spChg chg="add mod">
          <ac:chgData name="Maclen 轩" userId="ec731eaab7075a35" providerId="LiveId" clId="{01D6CCD2-3D69-4C57-9D7E-36A42B3F4996}" dt="2024-12-02T03:05:28.440" v="5861" actId="1076"/>
          <ac:spMkLst>
            <pc:docMk/>
            <pc:sldMk cId="1850486454" sldId="279"/>
            <ac:spMk id="4" creationId="{74363013-EAFD-5C6C-1851-59E331C395DC}"/>
          </ac:spMkLst>
        </pc:spChg>
        <pc:spChg chg="add mod">
          <ac:chgData name="Maclen 轩" userId="ec731eaab7075a35" providerId="LiveId" clId="{01D6CCD2-3D69-4C57-9D7E-36A42B3F4996}" dt="2024-12-14T15:58:27.217" v="6482" actId="20577"/>
          <ac:spMkLst>
            <pc:docMk/>
            <pc:sldMk cId="1850486454" sldId="279"/>
            <ac:spMk id="6" creationId="{9234E242-0F3C-D8B2-0C61-8B0F9A0FFB5E}"/>
          </ac:spMkLst>
        </pc:spChg>
        <pc:spChg chg="add mod">
          <ac:chgData name="Maclen 轩" userId="ec731eaab7075a35" providerId="LiveId" clId="{01D6CCD2-3D69-4C57-9D7E-36A42B3F4996}" dt="2024-12-02T03:36:53.273" v="6034" actId="1076"/>
          <ac:spMkLst>
            <pc:docMk/>
            <pc:sldMk cId="1850486454" sldId="279"/>
            <ac:spMk id="7" creationId="{84FA69DF-5E7F-2F54-3D56-480FDECED9DF}"/>
          </ac:spMkLst>
        </pc:spChg>
        <pc:spChg chg="add mod">
          <ac:chgData name="Maclen 轩" userId="ec731eaab7075a35" providerId="LiveId" clId="{01D6CCD2-3D69-4C57-9D7E-36A42B3F4996}" dt="2024-12-02T03:37:02.873" v="6036" actId="1076"/>
          <ac:spMkLst>
            <pc:docMk/>
            <pc:sldMk cId="1850486454" sldId="279"/>
            <ac:spMk id="8" creationId="{27B6DC32-BC3C-46C1-6DFD-1E83DBC7CFEB}"/>
          </ac:spMkLst>
        </pc:spChg>
      </pc:sldChg>
      <pc:sldChg chg="addSp delSp modSp new mod modTransition setBg">
        <pc:chgData name="Maclen 轩" userId="ec731eaab7075a35" providerId="LiveId" clId="{01D6CCD2-3D69-4C57-9D7E-36A42B3F4996}" dt="2024-12-02T03:36:04.015" v="6032"/>
        <pc:sldMkLst>
          <pc:docMk/>
          <pc:sldMk cId="3477940854" sldId="280"/>
        </pc:sldMkLst>
        <pc:spChg chg="mod">
          <ac:chgData name="Maclen 轩" userId="ec731eaab7075a35" providerId="LiveId" clId="{01D6CCD2-3D69-4C57-9D7E-36A42B3F4996}" dt="2024-12-02T03:34:55.406" v="5938"/>
          <ac:spMkLst>
            <pc:docMk/>
            <pc:sldMk cId="3477940854" sldId="280"/>
            <ac:spMk id="8" creationId="{90C7643B-EEB6-DFB1-A37B-8F63A9206951}"/>
          </ac:spMkLst>
        </pc:spChg>
        <pc:spChg chg="mod">
          <ac:chgData name="Maclen 轩" userId="ec731eaab7075a35" providerId="LiveId" clId="{01D6CCD2-3D69-4C57-9D7E-36A42B3F4996}" dt="2024-12-02T03:35:22.826" v="5941"/>
          <ac:spMkLst>
            <pc:docMk/>
            <pc:sldMk cId="3477940854" sldId="280"/>
            <ac:spMk id="9" creationId="{AFE00DF9-AFF9-47FB-D9A0-0BBFE06D6F3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D3E87E-B201-48AF-BEC1-23051509C4E1}" type="datetimeFigureOut">
              <a:rPr lang="zh-CN" altLang="en-US" smtClean="0"/>
              <a:t>2024/12/14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1F589B-7EC0-40A1-835F-656AA84A07D9}" type="slidenum">
              <a:rPr lang="zh-CN" altLang="en-US" smtClean="0"/>
              <a:t>‹#›</a:t>
            </a:fld>
            <a:endParaRPr lang="zh-CN" altLang="en-US"/>
          </a:p>
        </p:txBody>
      </p:sp>
    </p:spTree>
    <p:extLst>
      <p:ext uri="{BB962C8B-B14F-4D97-AF65-F5344CB8AC3E}">
        <p14:creationId xmlns:p14="http://schemas.microsoft.com/office/powerpoint/2010/main" val="666329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1F589B-7EC0-40A1-835F-656AA84A07D9}" type="slidenum">
              <a:rPr lang="zh-CN" altLang="en-US" smtClean="0"/>
              <a:t>9</a:t>
            </a:fld>
            <a:endParaRPr lang="zh-CN" altLang="en-US"/>
          </a:p>
        </p:txBody>
      </p:sp>
    </p:spTree>
    <p:extLst>
      <p:ext uri="{BB962C8B-B14F-4D97-AF65-F5344CB8AC3E}">
        <p14:creationId xmlns:p14="http://schemas.microsoft.com/office/powerpoint/2010/main" val="159846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1F589B-7EC0-40A1-835F-656AA84A07D9}" type="slidenum">
              <a:rPr lang="zh-CN" altLang="en-US" smtClean="0"/>
              <a:t>13</a:t>
            </a:fld>
            <a:endParaRPr lang="zh-CN" altLang="en-US"/>
          </a:p>
        </p:txBody>
      </p:sp>
    </p:spTree>
    <p:extLst>
      <p:ext uri="{BB962C8B-B14F-4D97-AF65-F5344CB8AC3E}">
        <p14:creationId xmlns:p14="http://schemas.microsoft.com/office/powerpoint/2010/main" val="2582881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CB609-307C-EF5C-4899-645329C81F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85D953-54C2-412C-32FA-172F8566C9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D7838B-ADC6-EC76-EDD5-6F17E45220DE}"/>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5" name="Footer Placeholder 4">
            <a:extLst>
              <a:ext uri="{FF2B5EF4-FFF2-40B4-BE49-F238E27FC236}">
                <a16:creationId xmlns:a16="http://schemas.microsoft.com/office/drawing/2014/main" id="{88F0F428-5EA3-8DEB-F15A-26B08575E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DDCFC-95A2-4FEB-106A-C919CD783859}"/>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75661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AB99-145D-6C1C-1526-258B39DE1A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47DB8-BDF3-C221-0122-84483AC92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67D5DD-F8BC-52CA-C567-C79E0208AC6C}"/>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5" name="Footer Placeholder 4">
            <a:extLst>
              <a:ext uri="{FF2B5EF4-FFF2-40B4-BE49-F238E27FC236}">
                <a16:creationId xmlns:a16="http://schemas.microsoft.com/office/drawing/2014/main" id="{D280496B-487E-E2EA-FC65-7D01097AC9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AFC15F-F285-4CDD-508E-3BF1048D8568}"/>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409507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921EE-9AF3-3087-09C4-48C8E35687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44BE2E-9D42-E803-5E92-A31815E098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BFA592-4609-9944-4B28-2C9F84D6E414}"/>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5" name="Footer Placeholder 4">
            <a:extLst>
              <a:ext uri="{FF2B5EF4-FFF2-40B4-BE49-F238E27FC236}">
                <a16:creationId xmlns:a16="http://schemas.microsoft.com/office/drawing/2014/main" id="{9FA75C53-7BE7-418F-2395-6106690B3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E3C80-8D1E-AED1-FD2C-1F2B74C9365C}"/>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300837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170A-F423-D3F6-A4C2-0A4FC7AFDC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A187B1-2942-F4FA-210F-08DA71A2F8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0E59B0-A5BA-E209-9EE6-DCC9A7E36C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FFD8FB-6258-AA07-E920-486351C70471}"/>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6" name="Footer Placeholder 5">
            <a:extLst>
              <a:ext uri="{FF2B5EF4-FFF2-40B4-BE49-F238E27FC236}">
                <a16:creationId xmlns:a16="http://schemas.microsoft.com/office/drawing/2014/main" id="{7EADB639-75E8-B0EE-07B5-7B7FDDB5AE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810D0-57E6-3D41-F63E-3AD0BFFF3D52}"/>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1128039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C9C9-F149-4ED0-119F-0EE25757CF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12B730-8CFC-6EB1-1522-6DFFDDDF7D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E68F4C-684F-A60E-10A5-B542332FA2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B3D170-576C-75C5-D724-3A07E202A8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1BDA2-2A96-6B71-36F7-136F19A9D9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22F433-CA9D-5299-1B7A-15C7E863C971}"/>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8" name="Footer Placeholder 7">
            <a:extLst>
              <a:ext uri="{FF2B5EF4-FFF2-40B4-BE49-F238E27FC236}">
                <a16:creationId xmlns:a16="http://schemas.microsoft.com/office/drawing/2014/main" id="{46F8CEC2-DA96-5EFD-EC83-4A593DDCB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AF4D92-EAB5-D59F-B7E6-C421CB0DD4F0}"/>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2409876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F4B5E-42CB-6B55-5D82-EEA50198FB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926C24-6B40-B19F-EA42-3D24FEF265D3}"/>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4" name="Footer Placeholder 3">
            <a:extLst>
              <a:ext uri="{FF2B5EF4-FFF2-40B4-BE49-F238E27FC236}">
                <a16:creationId xmlns:a16="http://schemas.microsoft.com/office/drawing/2014/main" id="{510C6290-C39B-7CCB-0FF3-BC604B1290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537B70-F30E-5B93-8D4A-F55C53E1001C}"/>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3292058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3083BC-DF00-FE75-3C27-49E0D8F347ED}"/>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3" name="Footer Placeholder 2">
            <a:extLst>
              <a:ext uri="{FF2B5EF4-FFF2-40B4-BE49-F238E27FC236}">
                <a16:creationId xmlns:a16="http://schemas.microsoft.com/office/drawing/2014/main" id="{ABFE04C1-D952-BA85-F618-5599AD3E02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F6EA68-4131-BF66-63E4-81A15899CB5E}"/>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1120155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F5DCA-2F82-D990-1CAB-0904C295F9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22A9FD-912C-683E-1E6B-C1AB843B9A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244195-1B0B-24E5-7E98-B77CA0E3BB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EDEC7-EC09-CFA4-2EF9-724E843F883F}"/>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6" name="Footer Placeholder 5">
            <a:extLst>
              <a:ext uri="{FF2B5EF4-FFF2-40B4-BE49-F238E27FC236}">
                <a16:creationId xmlns:a16="http://schemas.microsoft.com/office/drawing/2014/main" id="{E182A842-D95B-7A6E-3490-EC9DB65E3F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F43C31-9052-51D6-5857-1127C81CF626}"/>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411821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692B0-A6FF-750C-2C2B-C0183109E9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457A9D-567C-4F23-DAD2-3DC3A626C6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4DB7A1-C455-B53D-C5EA-B2D66F08E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F30EAF-B888-B9EA-317E-986F3DD74BAC}"/>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6" name="Footer Placeholder 5">
            <a:extLst>
              <a:ext uri="{FF2B5EF4-FFF2-40B4-BE49-F238E27FC236}">
                <a16:creationId xmlns:a16="http://schemas.microsoft.com/office/drawing/2014/main" id="{9157991C-B5F1-74D2-2650-08AB378646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51491-00AC-94DA-D5CC-0868F29395EC}"/>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1149526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91B4A-CF6F-35F5-DB87-3FEBB66A8B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9660C0-5C84-651A-BFCC-7C6DBF137E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1DC5D8-A755-31A0-0D4E-E8B1BCE63CBB}"/>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5" name="Footer Placeholder 4">
            <a:extLst>
              <a:ext uri="{FF2B5EF4-FFF2-40B4-BE49-F238E27FC236}">
                <a16:creationId xmlns:a16="http://schemas.microsoft.com/office/drawing/2014/main" id="{DBEE8107-13A7-0D74-73AB-3B81FDFD63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E060DC-8E0F-E68F-E9A5-EFA5EFDC8835}"/>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2053707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1B058C-B97A-8402-A106-3530EF19D5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36E302-C994-FC5B-9941-6ADD11428B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0A0AD-4473-D4E0-71DB-959A654FD2B3}"/>
              </a:ext>
            </a:extLst>
          </p:cNvPr>
          <p:cNvSpPr>
            <a:spLocks noGrp="1"/>
          </p:cNvSpPr>
          <p:nvPr>
            <p:ph type="dt" sz="half" idx="10"/>
          </p:nvPr>
        </p:nvSpPr>
        <p:spPr/>
        <p:txBody>
          <a:bodyPr/>
          <a:lstStyle/>
          <a:p>
            <a:fld id="{EA395ACB-B1DD-494A-9638-48E7FEA1B0B0}" type="datetimeFigureOut">
              <a:rPr lang="en-US" smtClean="0"/>
              <a:t>12/14/2024</a:t>
            </a:fld>
            <a:endParaRPr lang="en-US"/>
          </a:p>
        </p:txBody>
      </p:sp>
      <p:sp>
        <p:nvSpPr>
          <p:cNvPr id="5" name="Footer Placeholder 4">
            <a:extLst>
              <a:ext uri="{FF2B5EF4-FFF2-40B4-BE49-F238E27FC236}">
                <a16:creationId xmlns:a16="http://schemas.microsoft.com/office/drawing/2014/main" id="{1F49BA1F-F062-0C5D-55B3-B263E30119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48208F-3E3E-A5DE-9D1D-1A413E2FCCCA}"/>
              </a:ext>
            </a:extLst>
          </p:cNvPr>
          <p:cNvSpPr>
            <a:spLocks noGrp="1"/>
          </p:cNvSpPr>
          <p:nvPr>
            <p:ph type="sldNum" sz="quarter" idx="12"/>
          </p:nvPr>
        </p:nvSpPr>
        <p:spPr/>
        <p:txBody>
          <a:bodyPr/>
          <a:lstStyle/>
          <a:p>
            <a:fld id="{A28713C1-54B5-4720-BED3-93B592A6D98D}" type="slidenum">
              <a:rPr lang="en-US" smtClean="0"/>
              <a:t>‹#›</a:t>
            </a:fld>
            <a:endParaRPr lang="en-US"/>
          </a:p>
        </p:txBody>
      </p:sp>
    </p:spTree>
    <p:extLst>
      <p:ext uri="{BB962C8B-B14F-4D97-AF65-F5344CB8AC3E}">
        <p14:creationId xmlns:p14="http://schemas.microsoft.com/office/powerpoint/2010/main" val="53676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BDD77F-E05C-C010-9E11-25912AA0C4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F9BF96-FD64-AC86-1EEA-4626F7EEC0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779D7-80AE-EAEA-5C4B-25FE32AB54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395ACB-B1DD-494A-9638-48E7FEA1B0B0}" type="datetimeFigureOut">
              <a:rPr lang="en-US" smtClean="0"/>
              <a:t>12/14/2024</a:t>
            </a:fld>
            <a:endParaRPr lang="en-US"/>
          </a:p>
        </p:txBody>
      </p:sp>
      <p:sp>
        <p:nvSpPr>
          <p:cNvPr id="5" name="Footer Placeholder 4">
            <a:extLst>
              <a:ext uri="{FF2B5EF4-FFF2-40B4-BE49-F238E27FC236}">
                <a16:creationId xmlns:a16="http://schemas.microsoft.com/office/drawing/2014/main" id="{CE767F16-C301-7B04-F60E-9BF42CE1A2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2DD4D7-FF42-A97C-1A21-A449E66AD1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8713C1-54B5-4720-BED3-93B592A6D98D}" type="slidenum">
              <a:rPr lang="en-US" smtClean="0"/>
              <a:t>‹#›</a:t>
            </a:fld>
            <a:endParaRPr lang="en-US"/>
          </a:p>
        </p:txBody>
      </p:sp>
    </p:spTree>
    <p:extLst>
      <p:ext uri="{BB962C8B-B14F-4D97-AF65-F5344CB8AC3E}">
        <p14:creationId xmlns:p14="http://schemas.microsoft.com/office/powerpoint/2010/main" val="3665439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hdphoto" Target="../media/hdphoto1.wdp"/><Relationship Id="rId7" Type="http://schemas.microsoft.com/office/2007/relationships/hdphoto" Target="../media/hdphoto4.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3.wdp"/><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07/relationships/hdphoto" Target="../media/hdphoto3.wdp"/><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kaggle.com/datasets/asaniczka/employment-to-population-ratio-for-usa-1979-2023"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microsoft.com/office/2007/relationships/hdphoto" Target="../media/hdphoto5.wdp"/><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2.png"/><Relationship Id="rId12"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4.png"/><Relationship Id="rId10" Type="http://schemas.openxmlformats.org/officeDocument/2006/relationships/image" Target="../media/image15.png"/><Relationship Id="rId4" Type="http://schemas.openxmlformats.org/officeDocument/2006/relationships/image" Target="../media/image23.png"/><Relationship Id="rId9" Type="http://schemas.openxmlformats.org/officeDocument/2006/relationships/image" Target="../media/image14.png"/><Relationship Id="rId1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23.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5.png"/><Relationship Id="rId5" Type="http://schemas.openxmlformats.org/officeDocument/2006/relationships/image" Target="../media/image25.png"/><Relationship Id="rId10" Type="http://schemas.openxmlformats.org/officeDocument/2006/relationships/image" Target="../media/image14.png"/><Relationship Id="rId4" Type="http://schemas.openxmlformats.org/officeDocument/2006/relationships/image" Target="../media/image24.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kaggle.com/datasets/asaniczka/employment-to-population-ratio-for-usa-1979-2023"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31.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12.png"/><Relationship Id="rId5" Type="http://schemas.openxmlformats.org/officeDocument/2006/relationships/image" Target="../media/image28.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27.png"/><Relationship Id="rId9" Type="http://schemas.openxmlformats.org/officeDocument/2006/relationships/image" Target="../media/image24.png"/><Relationship Id="rId1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9.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00000"/>
                    </a14:imgEffect>
                    <a14:imgEffect>
                      <a14:brightnessContrast bright="-45000"/>
                    </a14:imgEffect>
                  </a14:imgLayer>
                </a14:imgProps>
              </a:ext>
            </a:extLst>
          </a:blip>
          <a:srcRect/>
          <a:stretch>
            <a:fillRect t="-15000" b="-15000"/>
          </a:stretch>
        </a:blip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C8114D8-9877-F79A-FC42-AD8D278B57D2}"/>
              </a:ext>
            </a:extLst>
          </p:cNvPr>
          <p:cNvSpPr txBox="1"/>
          <p:nvPr/>
        </p:nvSpPr>
        <p:spPr>
          <a:xfrm>
            <a:off x="658247" y="1165568"/>
            <a:ext cx="9700953" cy="3139321"/>
          </a:xfrm>
          <a:prstGeom prst="rect">
            <a:avLst/>
          </a:prstGeom>
          <a:noFill/>
        </p:spPr>
        <p:txBody>
          <a:bodyPr wrap="square" rtlCol="0">
            <a:spAutoFit/>
          </a:bodyPr>
          <a:lstStyle/>
          <a:p>
            <a:r>
              <a:rPr lang="en-US" altLang="zh-CN" sz="6600" b="1" dirty="0">
                <a:solidFill>
                  <a:schemeClr val="bg1"/>
                </a:solidFill>
                <a:latin typeface="Cascadia Mono" panose="020B0609020000020004" pitchFamily="49" charset="0"/>
                <a:cs typeface="Cascadia Mono" panose="020B0609020000020004" pitchFamily="49" charset="0"/>
              </a:rPr>
              <a:t>Factors and patterns affecting employment rate</a:t>
            </a:r>
            <a:endParaRPr lang="zh-CN" altLang="en-US" sz="6600" b="1" dirty="0">
              <a:solidFill>
                <a:schemeClr val="bg1"/>
              </a:solidFill>
              <a:latin typeface="Cascadia Mono" panose="020B0609020000020004" pitchFamily="49" charset="0"/>
              <a:cs typeface="Cascadia Mono" panose="020B0609020000020004" pitchFamily="49" charset="0"/>
            </a:endParaRPr>
          </a:p>
        </p:txBody>
      </p:sp>
      <p:sp>
        <p:nvSpPr>
          <p:cNvPr id="7" name="文本框 6">
            <a:extLst>
              <a:ext uri="{FF2B5EF4-FFF2-40B4-BE49-F238E27FC236}">
                <a16:creationId xmlns:a16="http://schemas.microsoft.com/office/drawing/2014/main" id="{CD08CDED-F7BB-1797-B7B1-07DEDFA4E5BA}"/>
              </a:ext>
            </a:extLst>
          </p:cNvPr>
          <p:cNvSpPr txBox="1"/>
          <p:nvPr/>
        </p:nvSpPr>
        <p:spPr>
          <a:xfrm>
            <a:off x="9447884" y="6301942"/>
            <a:ext cx="3840480" cy="523220"/>
          </a:xfrm>
          <a:prstGeom prst="rect">
            <a:avLst/>
          </a:prstGeom>
          <a:noFill/>
        </p:spPr>
        <p:txBody>
          <a:bodyPr wrap="square" rtlCol="0">
            <a:spAutoFit/>
          </a:bodyPr>
          <a:lstStyle/>
          <a:p>
            <a:r>
              <a:rPr lang="en-US" altLang="zh-CN"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Producer: Xiong </a:t>
            </a:r>
            <a:r>
              <a:rPr lang="en-US" altLang="zh-CN" sz="1400" dirty="0" err="1">
                <a:solidFill>
                  <a:schemeClr val="bg1"/>
                </a:solidFill>
                <a:latin typeface="Cascadia Mono" panose="020B0609020000020004" pitchFamily="49" charset="0"/>
                <a:ea typeface="Cascadia Mono" panose="020B0609020000020004" pitchFamily="49" charset="0"/>
                <a:cs typeface="Cascadia Mono" panose="020B0609020000020004" pitchFamily="49" charset="0"/>
              </a:rPr>
              <a:t>Shaoxuan</a:t>
            </a:r>
            <a:endParaRPr lang="en-US" altLang="zh-CN"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endParaRPr>
          </a:p>
          <a:p>
            <a:r>
              <a:rPr lang="en-US" altLang="zh-CN"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Editor: Richard Feng</a:t>
            </a:r>
            <a:endParaRPr lang="zh-CN" altLang="en-US" sz="1400" dirty="0">
              <a:solidFill>
                <a:schemeClr val="bg1"/>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4074047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xit" presetSubtype="0" fill="hold" grpId="1" nodeType="clickEffect">
                                  <p:stCondLst>
                                    <p:cond delay="0"/>
                                  </p:stCondLst>
                                  <p:childTnLst>
                                    <p:anim calcmode="lin" valueType="num">
                                      <p:cBhvr>
                                        <p:cTn id="12" dur="1000"/>
                                        <p:tgtEl>
                                          <p:spTgt spid="6"/>
                                        </p:tgtEl>
                                        <p:attrNameLst>
                                          <p:attrName>ppt_w</p:attrName>
                                        </p:attrNameLst>
                                      </p:cBhvr>
                                      <p:tavLst>
                                        <p:tav tm="0">
                                          <p:val>
                                            <p:strVal val="ppt_w"/>
                                          </p:val>
                                        </p:tav>
                                        <p:tav tm="100000">
                                          <p:val>
                                            <p:strVal val="ppt_w*0.70"/>
                                          </p:val>
                                        </p:tav>
                                      </p:tavLst>
                                    </p:anim>
                                    <p:anim calcmode="lin" valueType="num">
                                      <p:cBhvr>
                                        <p:cTn id="13" dur="1000"/>
                                        <p:tgtEl>
                                          <p:spTgt spid="6"/>
                                        </p:tgtEl>
                                        <p:attrNameLst>
                                          <p:attrName>ppt_h</p:attrName>
                                        </p:attrNameLst>
                                      </p:cBhvr>
                                      <p:tavLst>
                                        <p:tav tm="0">
                                          <p:val>
                                            <p:strVal val="ppt_h"/>
                                          </p:val>
                                        </p:tav>
                                        <p:tav tm="100000">
                                          <p:val>
                                            <p:strVal val="ppt_h"/>
                                          </p:val>
                                        </p:tav>
                                      </p:tavLst>
                                    </p:anim>
                                    <p:animEffect transition="out" filter="fade">
                                      <p:cBhvr>
                                        <p:cTn id="14" dur="1000"/>
                                        <p:tgtEl>
                                          <p:spTgt spid="6"/>
                                        </p:tgtEl>
                                      </p:cBhvr>
                                    </p:animEffect>
                                    <p:set>
                                      <p:cBhvr>
                                        <p:cTn id="15"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00000"/>
                    </a14:imgEffect>
                    <a14:imgEffect>
                      <a14:brightnessContrast bright="-45000"/>
                    </a14:imgEffect>
                  </a14:imgLayer>
                </a14:imgProps>
              </a:ext>
            </a:extLst>
          </a:blip>
          <a:srcRect/>
          <a:stretch>
            <a:fillRect t="-15000" b="-15000"/>
          </a:stretch>
        </a:blipFill>
        <a:effectLst/>
      </p:bgPr>
    </p:bg>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289460C1-3DD7-EFF8-5B57-67ECAC765C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1943" y="1292625"/>
            <a:ext cx="963307" cy="4272741"/>
          </a:xfrm>
          <a:prstGeom prst="rect">
            <a:avLst/>
          </a:prstGeom>
        </p:spPr>
      </p:pic>
      <p:pic>
        <p:nvPicPr>
          <p:cNvPr id="29" name="图片 28">
            <a:extLst>
              <a:ext uri="{FF2B5EF4-FFF2-40B4-BE49-F238E27FC236}">
                <a16:creationId xmlns:a16="http://schemas.microsoft.com/office/drawing/2014/main" id="{90F72D0C-A3ED-115D-E2B1-92A0616350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2109" y="1292628"/>
            <a:ext cx="952212" cy="4272741"/>
          </a:xfrm>
          <a:prstGeom prst="rect">
            <a:avLst/>
          </a:prstGeom>
        </p:spPr>
      </p:pic>
      <p:pic>
        <p:nvPicPr>
          <p:cNvPr id="27" name="图片 26">
            <a:extLst>
              <a:ext uri="{FF2B5EF4-FFF2-40B4-BE49-F238E27FC236}">
                <a16:creationId xmlns:a16="http://schemas.microsoft.com/office/drawing/2014/main" id="{AA7FF7A0-A33B-169C-E239-1363D690C0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17124" y="1292629"/>
            <a:ext cx="952212" cy="4272742"/>
          </a:xfrm>
          <a:prstGeom prst="rect">
            <a:avLst/>
          </a:prstGeom>
        </p:spPr>
      </p:pic>
      <p:grpSp>
        <p:nvGrpSpPr>
          <p:cNvPr id="20" name="组合 19">
            <a:extLst>
              <a:ext uri="{FF2B5EF4-FFF2-40B4-BE49-F238E27FC236}">
                <a16:creationId xmlns:a16="http://schemas.microsoft.com/office/drawing/2014/main" id="{F94ECDC4-F2DD-C5B0-D797-77C0FB7C62AE}"/>
              </a:ext>
            </a:extLst>
          </p:cNvPr>
          <p:cNvGrpSpPr/>
          <p:nvPr/>
        </p:nvGrpSpPr>
        <p:grpSpPr>
          <a:xfrm>
            <a:off x="3502002" y="1292624"/>
            <a:ext cx="1241368" cy="4272742"/>
            <a:chOff x="3157625" y="1292630"/>
            <a:chExt cx="1241368" cy="4272742"/>
          </a:xfrm>
          <a:solidFill>
            <a:srgbClr val="525252"/>
          </a:solidFill>
        </p:grpSpPr>
        <p:sp>
          <p:nvSpPr>
            <p:cNvPr id="12" name="矩形 11">
              <a:extLst>
                <a:ext uri="{FF2B5EF4-FFF2-40B4-BE49-F238E27FC236}">
                  <a16:creationId xmlns:a16="http://schemas.microsoft.com/office/drawing/2014/main" id="{7A6C162B-D2A7-EDAB-1F38-B6731BA0311C}"/>
                </a:ext>
              </a:extLst>
            </p:cNvPr>
            <p:cNvSpPr/>
            <p:nvPr/>
          </p:nvSpPr>
          <p:spPr>
            <a:xfrm>
              <a:off x="3157625" y="1292630"/>
              <a:ext cx="1241368" cy="42727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ACE5825-3DFD-19BD-CC2B-F3A928FF1E39}"/>
                </a:ext>
              </a:extLst>
            </p:cNvPr>
            <p:cNvSpPr txBox="1"/>
            <p:nvPr/>
          </p:nvSpPr>
          <p:spPr>
            <a:xfrm>
              <a:off x="3535943" y="2967336"/>
              <a:ext cx="626116" cy="923330"/>
            </a:xfrm>
            <a:prstGeom prst="rect">
              <a:avLst/>
            </a:prstGeom>
            <a:grpFill/>
          </p:spPr>
          <p:txBody>
            <a:bodyPr wrap="square" rtlCol="0">
              <a:spAutoFit/>
            </a:bodyPr>
            <a:lstStyle/>
            <a:p>
              <a:r>
                <a:rPr lang="en-US" altLang="zh-CN" sz="5400" dirty="0">
                  <a:solidFill>
                    <a:schemeClr val="bg1"/>
                  </a:solidFill>
                </a:rPr>
                <a:t>1</a:t>
              </a:r>
              <a:r>
                <a:rPr lang="zh-CN" altLang="en-US" sz="4000" dirty="0">
                  <a:solidFill>
                    <a:schemeClr val="bg1"/>
                  </a:solidFill>
                </a:rPr>
                <a:t> </a:t>
              </a:r>
            </a:p>
          </p:txBody>
        </p:sp>
      </p:grpSp>
      <p:grpSp>
        <p:nvGrpSpPr>
          <p:cNvPr id="21" name="组合 20">
            <a:extLst>
              <a:ext uri="{FF2B5EF4-FFF2-40B4-BE49-F238E27FC236}">
                <a16:creationId xmlns:a16="http://schemas.microsoft.com/office/drawing/2014/main" id="{B4D34C6B-63BE-86C5-E19C-C965F247222E}"/>
              </a:ext>
            </a:extLst>
          </p:cNvPr>
          <p:cNvGrpSpPr/>
          <p:nvPr/>
        </p:nvGrpSpPr>
        <p:grpSpPr>
          <a:xfrm>
            <a:off x="5472546" y="1292629"/>
            <a:ext cx="1241368" cy="4272742"/>
            <a:chOff x="4657899" y="1292629"/>
            <a:chExt cx="1241368" cy="4272742"/>
          </a:xfrm>
        </p:grpSpPr>
        <p:sp>
          <p:nvSpPr>
            <p:cNvPr id="13" name="矩形 12">
              <a:extLst>
                <a:ext uri="{FF2B5EF4-FFF2-40B4-BE49-F238E27FC236}">
                  <a16:creationId xmlns:a16="http://schemas.microsoft.com/office/drawing/2014/main" id="{DE47D0A1-1F83-BE6F-A943-5C873C994A0A}"/>
                </a:ext>
              </a:extLst>
            </p:cNvPr>
            <p:cNvSpPr/>
            <p:nvPr/>
          </p:nvSpPr>
          <p:spPr>
            <a:xfrm>
              <a:off x="4657899" y="1292629"/>
              <a:ext cx="1241368" cy="4272742"/>
            </a:xfrm>
            <a:prstGeom prst="rect">
              <a:avLst/>
            </a:prstGeom>
            <a:solidFill>
              <a:srgbClr val="6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01D2D8DD-6DE5-A01D-2EA8-87F234C9E86A}"/>
                </a:ext>
              </a:extLst>
            </p:cNvPr>
            <p:cNvSpPr txBox="1"/>
            <p:nvPr/>
          </p:nvSpPr>
          <p:spPr>
            <a:xfrm>
              <a:off x="4967682" y="2967330"/>
              <a:ext cx="49391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2</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grpSp>
        <p:nvGrpSpPr>
          <p:cNvPr id="22" name="组合 21">
            <a:extLst>
              <a:ext uri="{FF2B5EF4-FFF2-40B4-BE49-F238E27FC236}">
                <a16:creationId xmlns:a16="http://schemas.microsoft.com/office/drawing/2014/main" id="{2ABCE05F-CD6B-D60C-0198-CACDD5DB20C3}"/>
              </a:ext>
            </a:extLst>
          </p:cNvPr>
          <p:cNvGrpSpPr/>
          <p:nvPr/>
        </p:nvGrpSpPr>
        <p:grpSpPr>
          <a:xfrm>
            <a:off x="7315201" y="1292629"/>
            <a:ext cx="1241368" cy="4272742"/>
            <a:chOff x="6500554" y="1292629"/>
            <a:chExt cx="1241368" cy="4272742"/>
          </a:xfrm>
        </p:grpSpPr>
        <p:sp>
          <p:nvSpPr>
            <p:cNvPr id="14" name="矩形 13">
              <a:extLst>
                <a:ext uri="{FF2B5EF4-FFF2-40B4-BE49-F238E27FC236}">
                  <a16:creationId xmlns:a16="http://schemas.microsoft.com/office/drawing/2014/main" id="{58A26FAB-CE26-0309-6386-E49BEE9EF8C6}"/>
                </a:ext>
              </a:extLst>
            </p:cNvPr>
            <p:cNvSpPr/>
            <p:nvPr/>
          </p:nvSpPr>
          <p:spPr>
            <a:xfrm>
              <a:off x="6500554" y="1292629"/>
              <a:ext cx="1241368" cy="427274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98D0E169-0FD0-59DA-D0D6-83DD3D968B2D}"/>
                </a:ext>
              </a:extLst>
            </p:cNvPr>
            <p:cNvSpPr txBox="1"/>
            <p:nvPr/>
          </p:nvSpPr>
          <p:spPr>
            <a:xfrm>
              <a:off x="6809512" y="2967335"/>
              <a:ext cx="62345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3</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spTree>
    <p:extLst>
      <p:ext uri="{BB962C8B-B14F-4D97-AF65-F5344CB8AC3E}">
        <p14:creationId xmlns:p14="http://schemas.microsoft.com/office/powerpoint/2010/main" val="2825349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00000"/>
                    </a14:imgEffect>
                    <a14:imgEffect>
                      <a14:brightnessContrast bright="-45000"/>
                    </a14:imgEffect>
                  </a14:imgLayer>
                </a14:imgProps>
              </a:ext>
            </a:extLst>
          </a:blip>
          <a:srcRect/>
          <a:stretch>
            <a:fillRect t="-15000" b="-15000"/>
          </a:stretch>
        </a:blipFill>
        <a:effectLst/>
      </p:bgPr>
    </p:bg>
    <p:spTree>
      <p:nvGrpSpPr>
        <p:cNvPr id="1" name="">
          <a:extLst>
            <a:ext uri="{FF2B5EF4-FFF2-40B4-BE49-F238E27FC236}">
              <a16:creationId xmlns:a16="http://schemas.microsoft.com/office/drawing/2014/main" id="{70FAE2AB-6621-8DDA-F507-A113EBEBB0B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2E72579E-3461-6CBA-EBC6-2A25F3164921}"/>
              </a:ext>
            </a:extLst>
          </p:cNvPr>
          <p:cNvPicPr>
            <a:picLocks noChangeAspect="1"/>
          </p:cNvPicPr>
          <p:nvPr/>
        </p:nvPicPr>
        <p:blipFill>
          <a:blip r:embed="rId4">
            <a:alphaModFix/>
            <a:extLst>
              <a:ext uri="{BEBA8EAE-BF5A-486C-A8C5-ECC9F3942E4B}">
                <a14:imgProps xmlns:a14="http://schemas.microsoft.com/office/drawing/2010/main">
                  <a14:imgLayer r:embed="rId5">
                    <a14:imgEffect>
                      <a14:sharpenSoften amount="-47000"/>
                    </a14:imgEffect>
                    <a14:imgEffect>
                      <a14:saturation sat="94000"/>
                    </a14:imgEffect>
                    <a14:imgEffect>
                      <a14:brightnessContrast bright="1000" contrast="4000"/>
                    </a14:imgEffect>
                  </a14:imgLayer>
                </a14:imgProps>
              </a:ext>
              <a:ext uri="{28A0092B-C50C-407E-A947-70E740481C1C}">
                <a14:useLocalDpi xmlns:a14="http://schemas.microsoft.com/office/drawing/2010/main" val="0"/>
              </a:ext>
            </a:extLst>
          </a:blip>
          <a:stretch>
            <a:fillRect/>
          </a:stretch>
        </p:blipFill>
        <p:spPr>
          <a:xfrm>
            <a:off x="2310938" y="1277708"/>
            <a:ext cx="4488106" cy="4272741"/>
          </a:xfrm>
          <a:prstGeom prst="rect">
            <a:avLst/>
          </a:prstGeom>
        </p:spPr>
      </p:pic>
      <p:pic>
        <p:nvPicPr>
          <p:cNvPr id="7" name="图片 6">
            <a:extLst>
              <a:ext uri="{FF2B5EF4-FFF2-40B4-BE49-F238E27FC236}">
                <a16:creationId xmlns:a16="http://schemas.microsoft.com/office/drawing/2014/main" id="{73B528ED-B7E7-645A-90C7-9B041FFEDE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12321" y="1277709"/>
            <a:ext cx="700159" cy="4287660"/>
          </a:xfrm>
          <a:prstGeom prst="rect">
            <a:avLst/>
          </a:prstGeom>
        </p:spPr>
      </p:pic>
      <p:pic>
        <p:nvPicPr>
          <p:cNvPr id="29" name="图片 28">
            <a:extLst>
              <a:ext uri="{FF2B5EF4-FFF2-40B4-BE49-F238E27FC236}">
                <a16:creationId xmlns:a16="http://schemas.microsoft.com/office/drawing/2014/main" id="{1145706D-3150-9294-C634-6785C78A09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12434" y="1292628"/>
            <a:ext cx="952212" cy="4272741"/>
          </a:xfrm>
          <a:prstGeom prst="rect">
            <a:avLst/>
          </a:prstGeom>
        </p:spPr>
      </p:pic>
      <p:grpSp>
        <p:nvGrpSpPr>
          <p:cNvPr id="20" name="组合 19">
            <a:extLst>
              <a:ext uri="{FF2B5EF4-FFF2-40B4-BE49-F238E27FC236}">
                <a16:creationId xmlns:a16="http://schemas.microsoft.com/office/drawing/2014/main" id="{D40BA426-A7B6-BADC-5824-FD77126445CA}"/>
              </a:ext>
            </a:extLst>
          </p:cNvPr>
          <p:cNvGrpSpPr/>
          <p:nvPr/>
        </p:nvGrpSpPr>
        <p:grpSpPr>
          <a:xfrm>
            <a:off x="1827354" y="1277709"/>
            <a:ext cx="1241368" cy="4272742"/>
            <a:chOff x="3971113" y="1292629"/>
            <a:chExt cx="1241368" cy="4272742"/>
          </a:xfrm>
        </p:grpSpPr>
        <p:sp>
          <p:nvSpPr>
            <p:cNvPr id="12" name="矩形 11">
              <a:extLst>
                <a:ext uri="{FF2B5EF4-FFF2-40B4-BE49-F238E27FC236}">
                  <a16:creationId xmlns:a16="http://schemas.microsoft.com/office/drawing/2014/main" id="{1934D506-E1FB-2496-5BD4-D2127E8FA53C}"/>
                </a:ext>
              </a:extLst>
            </p:cNvPr>
            <p:cNvSpPr/>
            <p:nvPr/>
          </p:nvSpPr>
          <p:spPr>
            <a:xfrm>
              <a:off x="3971113" y="1292629"/>
              <a:ext cx="1241368" cy="4272742"/>
            </a:xfrm>
            <a:prstGeom prst="rect">
              <a:avLst/>
            </a:prstGeom>
            <a:solidFill>
              <a:srgbClr val="4B47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A1187E6D-9B78-D64D-829E-13F798CA85B3}"/>
                </a:ext>
              </a:extLst>
            </p:cNvPr>
            <p:cNvSpPr txBox="1"/>
            <p:nvPr/>
          </p:nvSpPr>
          <p:spPr>
            <a:xfrm>
              <a:off x="4325418" y="2351782"/>
              <a:ext cx="572884" cy="2154436"/>
            </a:xfrm>
            <a:prstGeom prst="rect">
              <a:avLst/>
            </a:prstGeom>
            <a:noFill/>
          </p:spPr>
          <p:txBody>
            <a:bodyPr wrap="square" rtlCol="0">
              <a:spAutoFit/>
            </a:bodyPr>
            <a:lstStyle/>
            <a:p>
              <a:endParaRPr lang="en-US" altLang="zh-CN" sz="4000" dirty="0">
                <a:solidFill>
                  <a:schemeClr val="bg1"/>
                </a:solidFill>
              </a:endParaRPr>
            </a:p>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1</a:t>
              </a:r>
            </a:p>
            <a:p>
              <a:r>
                <a:rPr lang="zh-CN" altLang="en-US" sz="4000" dirty="0">
                  <a:solidFill>
                    <a:schemeClr val="bg1"/>
                  </a:solidFill>
                </a:rPr>
                <a:t> </a:t>
              </a:r>
            </a:p>
          </p:txBody>
        </p:sp>
      </p:grpSp>
      <p:grpSp>
        <p:nvGrpSpPr>
          <p:cNvPr id="21" name="组合 20">
            <a:extLst>
              <a:ext uri="{FF2B5EF4-FFF2-40B4-BE49-F238E27FC236}">
                <a16:creationId xmlns:a16="http://schemas.microsoft.com/office/drawing/2014/main" id="{11AA1267-2E5E-E8AF-071C-2DB0C5739F9A}"/>
              </a:ext>
            </a:extLst>
          </p:cNvPr>
          <p:cNvGrpSpPr/>
          <p:nvPr/>
        </p:nvGrpSpPr>
        <p:grpSpPr>
          <a:xfrm>
            <a:off x="7485055" y="1277709"/>
            <a:ext cx="1241368" cy="4287661"/>
            <a:chOff x="4657899" y="1292629"/>
            <a:chExt cx="1241368" cy="4272742"/>
          </a:xfrm>
        </p:grpSpPr>
        <p:sp>
          <p:nvSpPr>
            <p:cNvPr id="13" name="矩形 12">
              <a:extLst>
                <a:ext uri="{FF2B5EF4-FFF2-40B4-BE49-F238E27FC236}">
                  <a16:creationId xmlns:a16="http://schemas.microsoft.com/office/drawing/2014/main" id="{6AFDD712-98CE-2FC5-B213-1EF8852D0BD7}"/>
                </a:ext>
              </a:extLst>
            </p:cNvPr>
            <p:cNvSpPr/>
            <p:nvPr/>
          </p:nvSpPr>
          <p:spPr>
            <a:xfrm>
              <a:off x="4657899" y="1292629"/>
              <a:ext cx="1241368" cy="4272742"/>
            </a:xfrm>
            <a:prstGeom prst="rect">
              <a:avLst/>
            </a:prstGeom>
            <a:solidFill>
              <a:srgbClr val="6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7BF726BA-39B4-D3A3-183B-96CE0D85F62D}"/>
                </a:ext>
              </a:extLst>
            </p:cNvPr>
            <p:cNvSpPr txBox="1"/>
            <p:nvPr/>
          </p:nvSpPr>
          <p:spPr>
            <a:xfrm>
              <a:off x="5031627" y="2967335"/>
              <a:ext cx="49391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2</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grpSp>
        <p:nvGrpSpPr>
          <p:cNvPr id="22" name="组合 21">
            <a:extLst>
              <a:ext uri="{FF2B5EF4-FFF2-40B4-BE49-F238E27FC236}">
                <a16:creationId xmlns:a16="http://schemas.microsoft.com/office/drawing/2014/main" id="{9961FBA6-4789-6C0C-A5D3-66CFA602106E}"/>
              </a:ext>
            </a:extLst>
          </p:cNvPr>
          <p:cNvGrpSpPr/>
          <p:nvPr/>
        </p:nvGrpSpPr>
        <p:grpSpPr>
          <a:xfrm>
            <a:off x="9275526" y="1292629"/>
            <a:ext cx="1241368" cy="4272742"/>
            <a:chOff x="6500554" y="1292629"/>
            <a:chExt cx="1241368" cy="4272742"/>
          </a:xfrm>
        </p:grpSpPr>
        <p:sp>
          <p:nvSpPr>
            <p:cNvPr id="14" name="矩形 13">
              <a:extLst>
                <a:ext uri="{FF2B5EF4-FFF2-40B4-BE49-F238E27FC236}">
                  <a16:creationId xmlns:a16="http://schemas.microsoft.com/office/drawing/2014/main" id="{A837D304-60F3-D4BE-7DB2-368EB501E97B}"/>
                </a:ext>
              </a:extLst>
            </p:cNvPr>
            <p:cNvSpPr/>
            <p:nvPr/>
          </p:nvSpPr>
          <p:spPr>
            <a:xfrm>
              <a:off x="6500554" y="1292629"/>
              <a:ext cx="1241368" cy="427274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82E6542D-98A7-18D9-22AB-EA08FBCD5478}"/>
                </a:ext>
              </a:extLst>
            </p:cNvPr>
            <p:cNvSpPr txBox="1"/>
            <p:nvPr/>
          </p:nvSpPr>
          <p:spPr>
            <a:xfrm>
              <a:off x="6809512" y="2967335"/>
              <a:ext cx="62345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3</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sp>
        <p:nvSpPr>
          <p:cNvPr id="2" name="文本框 1">
            <a:extLst>
              <a:ext uri="{FF2B5EF4-FFF2-40B4-BE49-F238E27FC236}">
                <a16:creationId xmlns:a16="http://schemas.microsoft.com/office/drawing/2014/main" id="{63A50B12-A75C-FFCA-54A9-CBEBD20888AB}"/>
              </a:ext>
            </a:extLst>
          </p:cNvPr>
          <p:cNvSpPr txBox="1"/>
          <p:nvPr/>
        </p:nvSpPr>
        <p:spPr>
          <a:xfrm>
            <a:off x="3552306" y="2203638"/>
            <a:ext cx="3200400" cy="1862048"/>
          </a:xfrm>
          <a:prstGeom prst="rect">
            <a:avLst/>
          </a:prstGeom>
          <a:noFill/>
          <a:effectLst>
            <a:outerShdw blurRad="1270000" dist="50800" dir="5400000" algn="ctr" rotWithShape="0">
              <a:srgbClr val="000000">
                <a:alpha val="0"/>
              </a:srgbClr>
            </a:outerShdw>
          </a:effectLst>
        </p:spPr>
        <p:txBody>
          <a:bodyPr wrap="square" rtlCol="0">
            <a:spAutoFit/>
          </a:bodyPr>
          <a:lstStyle/>
          <a:p>
            <a:r>
              <a:rPr lang="en-US" altLang="zh-CN" sz="11500" b="1" dirty="0">
                <a:solidFill>
                  <a:schemeClr val="accent5"/>
                </a:solidFill>
                <a:latin typeface="Cascadia Mono" panose="020B0609020000020004" pitchFamily="49" charset="0"/>
                <a:ea typeface="Cascadia Mono" panose="020B0609020000020004" pitchFamily="49" charset="0"/>
                <a:cs typeface="Cascadia Mono" panose="020B0609020000020004" pitchFamily="49" charset="0"/>
              </a:rPr>
              <a:t>Age</a:t>
            </a:r>
          </a:p>
        </p:txBody>
      </p:sp>
    </p:spTree>
    <p:extLst>
      <p:ext uri="{BB962C8B-B14F-4D97-AF65-F5344CB8AC3E}">
        <p14:creationId xmlns:p14="http://schemas.microsoft.com/office/powerpoint/2010/main" val="1972509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00000"/>
                    </a14:imgEffect>
                    <a14:imgEffect>
                      <a14:brightnessContrast bright="-45000"/>
                    </a14:imgEffect>
                  </a14:imgLayer>
                </a14:imgProps>
              </a:ext>
            </a:extLst>
          </a:blip>
          <a:srcRect/>
          <a:stretch>
            <a:fillRect t="-15000" b="-15000"/>
          </a:stretch>
        </a:blipFill>
        <a:effectLst/>
      </p:bgPr>
    </p:bg>
    <p:spTree>
      <p:nvGrpSpPr>
        <p:cNvPr id="1" name="">
          <a:extLst>
            <a:ext uri="{FF2B5EF4-FFF2-40B4-BE49-F238E27FC236}">
              <a16:creationId xmlns:a16="http://schemas.microsoft.com/office/drawing/2014/main" id="{34DBF301-083F-F34C-3E89-829144808BBC}"/>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F881B3F1-79A3-3B50-BE45-4983A8C64C1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Effect>
                      <a14:brightnessContrast bright="1000" contrast="-1000"/>
                    </a14:imgEffect>
                  </a14:imgLayer>
                </a14:imgProps>
              </a:ext>
              <a:ext uri="{28A0092B-C50C-407E-A947-70E740481C1C}">
                <a14:useLocalDpi xmlns:a14="http://schemas.microsoft.com/office/drawing/2010/main" val="0"/>
              </a:ext>
            </a:extLst>
          </a:blip>
          <a:stretch>
            <a:fillRect/>
          </a:stretch>
        </p:blipFill>
        <p:spPr>
          <a:xfrm>
            <a:off x="9096735" y="1317973"/>
            <a:ext cx="1054929" cy="4247397"/>
          </a:xfrm>
          <a:prstGeom prst="rect">
            <a:avLst/>
          </a:prstGeom>
          <a:effectLst>
            <a:outerShdw blurRad="50800" dist="50800" dir="5400000" algn="ctr" rotWithShape="0">
              <a:srgbClr val="000000"/>
            </a:outerShdw>
          </a:effectLst>
        </p:spPr>
      </p:pic>
      <p:pic>
        <p:nvPicPr>
          <p:cNvPr id="6" name="图片 5">
            <a:extLst>
              <a:ext uri="{FF2B5EF4-FFF2-40B4-BE49-F238E27FC236}">
                <a16:creationId xmlns:a16="http://schemas.microsoft.com/office/drawing/2014/main" id="{40AF86C4-3DBC-7F97-2D93-000E3DBE592E}"/>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Effect>
                      <a14:brightnessContrast bright="-29000"/>
                    </a14:imgEffect>
                  </a14:imgLayer>
                </a14:imgProps>
              </a:ext>
              <a:ext uri="{28A0092B-C50C-407E-A947-70E740481C1C}">
                <a14:useLocalDpi xmlns:a14="http://schemas.microsoft.com/office/drawing/2010/main" val="0"/>
              </a:ext>
            </a:extLst>
          </a:blip>
          <a:stretch>
            <a:fillRect/>
          </a:stretch>
        </p:blipFill>
        <p:spPr>
          <a:xfrm>
            <a:off x="3693808" y="1292628"/>
            <a:ext cx="4220899" cy="4277636"/>
          </a:xfrm>
          <a:prstGeom prst="rect">
            <a:avLst/>
          </a:prstGeom>
        </p:spPr>
      </p:pic>
      <p:grpSp>
        <p:nvGrpSpPr>
          <p:cNvPr id="21" name="组合 20">
            <a:extLst>
              <a:ext uri="{FF2B5EF4-FFF2-40B4-BE49-F238E27FC236}">
                <a16:creationId xmlns:a16="http://schemas.microsoft.com/office/drawing/2014/main" id="{E23E0630-A0CF-800E-5172-0D42C7052899}"/>
              </a:ext>
            </a:extLst>
          </p:cNvPr>
          <p:cNvGrpSpPr/>
          <p:nvPr/>
        </p:nvGrpSpPr>
        <p:grpSpPr>
          <a:xfrm>
            <a:off x="3397625" y="1292629"/>
            <a:ext cx="1241368" cy="4272742"/>
            <a:chOff x="4676650" y="1292630"/>
            <a:chExt cx="1241368" cy="4272742"/>
          </a:xfrm>
        </p:grpSpPr>
        <p:sp>
          <p:nvSpPr>
            <p:cNvPr id="13" name="矩形 12">
              <a:extLst>
                <a:ext uri="{FF2B5EF4-FFF2-40B4-BE49-F238E27FC236}">
                  <a16:creationId xmlns:a16="http://schemas.microsoft.com/office/drawing/2014/main" id="{75A64B69-5D32-BD62-4454-BB052C1D9FE3}"/>
                </a:ext>
              </a:extLst>
            </p:cNvPr>
            <p:cNvSpPr/>
            <p:nvPr/>
          </p:nvSpPr>
          <p:spPr>
            <a:xfrm>
              <a:off x="4676650" y="1292630"/>
              <a:ext cx="1241368" cy="4272742"/>
            </a:xfrm>
            <a:prstGeom prst="rect">
              <a:avLst/>
            </a:prstGeom>
            <a:solidFill>
              <a:srgbClr val="6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0A16B78-C5B2-E27B-458C-ED1C4DD621CC}"/>
                </a:ext>
              </a:extLst>
            </p:cNvPr>
            <p:cNvSpPr txBox="1"/>
            <p:nvPr/>
          </p:nvSpPr>
          <p:spPr>
            <a:xfrm>
              <a:off x="5031627" y="2967335"/>
              <a:ext cx="49391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2</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grpSp>
        <p:nvGrpSpPr>
          <p:cNvPr id="22" name="组合 21">
            <a:extLst>
              <a:ext uri="{FF2B5EF4-FFF2-40B4-BE49-F238E27FC236}">
                <a16:creationId xmlns:a16="http://schemas.microsoft.com/office/drawing/2014/main" id="{62B776FB-6FC4-974B-9A7C-2168710C7819}"/>
              </a:ext>
            </a:extLst>
          </p:cNvPr>
          <p:cNvGrpSpPr/>
          <p:nvPr/>
        </p:nvGrpSpPr>
        <p:grpSpPr>
          <a:xfrm>
            <a:off x="9003516" y="1287734"/>
            <a:ext cx="1241368" cy="4277636"/>
            <a:chOff x="6500554" y="1292629"/>
            <a:chExt cx="1241368" cy="4272742"/>
          </a:xfrm>
        </p:grpSpPr>
        <p:sp>
          <p:nvSpPr>
            <p:cNvPr id="14" name="矩形 13">
              <a:extLst>
                <a:ext uri="{FF2B5EF4-FFF2-40B4-BE49-F238E27FC236}">
                  <a16:creationId xmlns:a16="http://schemas.microsoft.com/office/drawing/2014/main" id="{64F8AA67-C8DB-7641-78AB-10435D224525}"/>
                </a:ext>
              </a:extLst>
            </p:cNvPr>
            <p:cNvSpPr/>
            <p:nvPr/>
          </p:nvSpPr>
          <p:spPr>
            <a:xfrm>
              <a:off x="6500554" y="1292629"/>
              <a:ext cx="1241368" cy="427274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BFB72215-0D4F-65AB-77BE-6C37261CC413}"/>
                </a:ext>
              </a:extLst>
            </p:cNvPr>
            <p:cNvSpPr txBox="1"/>
            <p:nvPr/>
          </p:nvSpPr>
          <p:spPr>
            <a:xfrm>
              <a:off x="6809512" y="2967335"/>
              <a:ext cx="62345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3</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sp>
        <p:nvSpPr>
          <p:cNvPr id="4" name="文本框 3">
            <a:extLst>
              <a:ext uri="{FF2B5EF4-FFF2-40B4-BE49-F238E27FC236}">
                <a16:creationId xmlns:a16="http://schemas.microsoft.com/office/drawing/2014/main" id="{B39BC6D2-A70D-D6BD-CC7B-2147400F305B}"/>
              </a:ext>
            </a:extLst>
          </p:cNvPr>
          <p:cNvSpPr txBox="1"/>
          <p:nvPr/>
        </p:nvSpPr>
        <p:spPr>
          <a:xfrm>
            <a:off x="4638993" y="2780346"/>
            <a:ext cx="3661011" cy="1015663"/>
          </a:xfrm>
          <a:prstGeom prst="rect">
            <a:avLst/>
          </a:prstGeom>
          <a:noFill/>
        </p:spPr>
        <p:txBody>
          <a:bodyPr wrap="square" rtlCol="0">
            <a:spAutoFit/>
          </a:bodyPr>
          <a:lstStyle/>
          <a:p>
            <a:r>
              <a:rPr lang="en-US" altLang="zh-CN" sz="6000" b="1" dirty="0">
                <a:solidFill>
                  <a:schemeClr val="bg1"/>
                </a:solidFill>
              </a:rPr>
              <a:t>Education</a:t>
            </a:r>
            <a:endParaRPr lang="zh-CN" altLang="en-US" sz="6000" b="1" dirty="0">
              <a:solidFill>
                <a:schemeClr val="bg1"/>
              </a:solidFill>
            </a:endParaRPr>
          </a:p>
        </p:txBody>
      </p:sp>
      <p:pic>
        <p:nvPicPr>
          <p:cNvPr id="9" name="图片 8">
            <a:extLst>
              <a:ext uri="{FF2B5EF4-FFF2-40B4-BE49-F238E27FC236}">
                <a16:creationId xmlns:a16="http://schemas.microsoft.com/office/drawing/2014/main" id="{D49765F9-2BE3-0E72-A43C-E8080DC916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29983" y="1317974"/>
            <a:ext cx="963307" cy="4272741"/>
          </a:xfrm>
          <a:prstGeom prst="rect">
            <a:avLst/>
          </a:prstGeom>
        </p:spPr>
      </p:pic>
      <p:grpSp>
        <p:nvGrpSpPr>
          <p:cNvPr id="10" name="组合 9">
            <a:extLst>
              <a:ext uri="{FF2B5EF4-FFF2-40B4-BE49-F238E27FC236}">
                <a16:creationId xmlns:a16="http://schemas.microsoft.com/office/drawing/2014/main" id="{3242455F-4DD1-804E-816A-AD70CEE460E3}"/>
              </a:ext>
            </a:extLst>
          </p:cNvPr>
          <p:cNvGrpSpPr/>
          <p:nvPr/>
        </p:nvGrpSpPr>
        <p:grpSpPr>
          <a:xfrm>
            <a:off x="1590042" y="1317973"/>
            <a:ext cx="1241368" cy="4272742"/>
            <a:chOff x="3157625" y="1292630"/>
            <a:chExt cx="1241368" cy="4272742"/>
          </a:xfrm>
          <a:solidFill>
            <a:srgbClr val="525252"/>
          </a:solidFill>
        </p:grpSpPr>
        <p:sp>
          <p:nvSpPr>
            <p:cNvPr id="11" name="矩形 10">
              <a:extLst>
                <a:ext uri="{FF2B5EF4-FFF2-40B4-BE49-F238E27FC236}">
                  <a16:creationId xmlns:a16="http://schemas.microsoft.com/office/drawing/2014/main" id="{7B00BF04-FBDF-CCCB-5B7C-6759A794C574}"/>
                </a:ext>
              </a:extLst>
            </p:cNvPr>
            <p:cNvSpPr/>
            <p:nvPr/>
          </p:nvSpPr>
          <p:spPr>
            <a:xfrm>
              <a:off x="3157625" y="1292630"/>
              <a:ext cx="1241368" cy="42727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62CF01E9-B0E3-494D-0C7C-1973CC0A6E1B}"/>
                </a:ext>
              </a:extLst>
            </p:cNvPr>
            <p:cNvSpPr txBox="1"/>
            <p:nvPr/>
          </p:nvSpPr>
          <p:spPr>
            <a:xfrm>
              <a:off x="3470607" y="2351783"/>
              <a:ext cx="572884" cy="2154436"/>
            </a:xfrm>
            <a:prstGeom prst="rect">
              <a:avLst/>
            </a:prstGeom>
            <a:grpFill/>
          </p:spPr>
          <p:txBody>
            <a:bodyPr wrap="square" rtlCol="0">
              <a:spAutoFit/>
            </a:bodyPr>
            <a:lstStyle/>
            <a:p>
              <a:endParaRPr lang="en-US" altLang="zh-CN" sz="4000" dirty="0">
                <a:solidFill>
                  <a:schemeClr val="bg1"/>
                </a:solidFill>
              </a:endParaRPr>
            </a:p>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1</a:t>
              </a:r>
            </a:p>
            <a:p>
              <a:r>
                <a:rPr lang="zh-CN" altLang="en-US" sz="4000" dirty="0">
                  <a:solidFill>
                    <a:schemeClr val="bg1"/>
                  </a:solidFill>
                </a:rPr>
                <a:t> </a:t>
              </a:r>
            </a:p>
          </p:txBody>
        </p:sp>
      </p:grpSp>
    </p:spTree>
    <p:extLst>
      <p:ext uri="{BB962C8B-B14F-4D97-AF65-F5344CB8AC3E}">
        <p14:creationId xmlns:p14="http://schemas.microsoft.com/office/powerpoint/2010/main" val="3048860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00000"/>
                    </a14:imgEffect>
                    <a14:imgEffect>
                      <a14:brightnessContrast bright="-45000"/>
                    </a14:imgEffect>
                  </a14:imgLayer>
                </a14:imgProps>
              </a:ext>
            </a:extLst>
          </a:blip>
          <a:srcRect/>
          <a:stretch>
            <a:fillRect t="-15000" b="-15000"/>
          </a:stretch>
        </a:blipFill>
        <a:effectLst/>
      </p:bgPr>
    </p:bg>
    <p:spTree>
      <p:nvGrpSpPr>
        <p:cNvPr id="1" name="">
          <a:extLst>
            <a:ext uri="{FF2B5EF4-FFF2-40B4-BE49-F238E27FC236}">
              <a16:creationId xmlns:a16="http://schemas.microsoft.com/office/drawing/2014/main" id="{15D43252-9073-21C9-95C3-ABBE11A73F2C}"/>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D0A923E5-6A61-29B8-7DE1-E8175A81389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Effect>
                      <a14:brightnessContrast bright="1000" contrast="-1000"/>
                    </a14:imgEffect>
                  </a14:imgLayer>
                </a14:imgProps>
              </a:ext>
              <a:ext uri="{28A0092B-C50C-407E-A947-70E740481C1C}">
                <a14:useLocalDpi xmlns:a14="http://schemas.microsoft.com/office/drawing/2010/main" val="0"/>
              </a:ext>
            </a:extLst>
          </a:blip>
          <a:stretch>
            <a:fillRect/>
          </a:stretch>
        </p:blipFill>
        <p:spPr>
          <a:xfrm>
            <a:off x="5835706" y="1312761"/>
            <a:ext cx="4643600" cy="4247397"/>
          </a:xfrm>
          <a:prstGeom prst="rect">
            <a:avLst/>
          </a:prstGeom>
          <a:effectLst>
            <a:outerShdw blurRad="50800" dist="50800" dir="5400000" algn="ctr" rotWithShape="0">
              <a:srgbClr val="000000"/>
            </a:outerShdw>
          </a:effectLst>
        </p:spPr>
      </p:pic>
      <p:pic>
        <p:nvPicPr>
          <p:cNvPr id="5" name="图片 4">
            <a:extLst>
              <a:ext uri="{FF2B5EF4-FFF2-40B4-BE49-F238E27FC236}">
                <a16:creationId xmlns:a16="http://schemas.microsoft.com/office/drawing/2014/main" id="{DD58799B-6671-DB34-6B32-61E01992EE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07724" y="1287416"/>
            <a:ext cx="714894" cy="4272742"/>
          </a:xfrm>
          <a:prstGeom prst="rect">
            <a:avLst/>
          </a:prstGeom>
        </p:spPr>
      </p:pic>
      <p:pic>
        <p:nvPicPr>
          <p:cNvPr id="3" name="图片 2">
            <a:extLst>
              <a:ext uri="{FF2B5EF4-FFF2-40B4-BE49-F238E27FC236}">
                <a16:creationId xmlns:a16="http://schemas.microsoft.com/office/drawing/2014/main" id="{4ACB18F8-7CB3-2DBC-112A-B81A4106B0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46719" y="1291576"/>
            <a:ext cx="872037" cy="4273791"/>
          </a:xfrm>
          <a:prstGeom prst="rect">
            <a:avLst/>
          </a:prstGeom>
        </p:spPr>
      </p:pic>
      <p:grpSp>
        <p:nvGrpSpPr>
          <p:cNvPr id="20" name="组合 19">
            <a:extLst>
              <a:ext uri="{FF2B5EF4-FFF2-40B4-BE49-F238E27FC236}">
                <a16:creationId xmlns:a16="http://schemas.microsoft.com/office/drawing/2014/main" id="{FE7C76E8-03F1-951E-3F5B-32B1274751A6}"/>
              </a:ext>
            </a:extLst>
          </p:cNvPr>
          <p:cNvGrpSpPr/>
          <p:nvPr/>
        </p:nvGrpSpPr>
        <p:grpSpPr>
          <a:xfrm>
            <a:off x="1378452" y="1292625"/>
            <a:ext cx="1241368" cy="4272742"/>
            <a:chOff x="2815244" y="1292629"/>
            <a:chExt cx="1241368" cy="4272742"/>
          </a:xfrm>
        </p:grpSpPr>
        <p:sp>
          <p:nvSpPr>
            <p:cNvPr id="12" name="矩形 11">
              <a:extLst>
                <a:ext uri="{FF2B5EF4-FFF2-40B4-BE49-F238E27FC236}">
                  <a16:creationId xmlns:a16="http://schemas.microsoft.com/office/drawing/2014/main" id="{4BCB1159-BC83-606A-E451-777E5C4C5E8E}"/>
                </a:ext>
              </a:extLst>
            </p:cNvPr>
            <p:cNvSpPr/>
            <p:nvPr/>
          </p:nvSpPr>
          <p:spPr>
            <a:xfrm>
              <a:off x="2815244" y="1292629"/>
              <a:ext cx="1241368" cy="4272742"/>
            </a:xfrm>
            <a:prstGeom prst="rect">
              <a:avLst/>
            </a:prstGeom>
            <a:solidFill>
              <a:srgbClr val="4B47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A7E3179A-BF08-0B65-7372-EA8B22344BBC}"/>
                </a:ext>
              </a:extLst>
            </p:cNvPr>
            <p:cNvSpPr txBox="1"/>
            <p:nvPr/>
          </p:nvSpPr>
          <p:spPr>
            <a:xfrm>
              <a:off x="3149486" y="2351782"/>
              <a:ext cx="572884" cy="2154436"/>
            </a:xfrm>
            <a:prstGeom prst="rect">
              <a:avLst/>
            </a:prstGeom>
            <a:noFill/>
          </p:spPr>
          <p:txBody>
            <a:bodyPr wrap="square" rtlCol="0">
              <a:spAutoFit/>
            </a:bodyPr>
            <a:lstStyle/>
            <a:p>
              <a:endParaRPr lang="en-US" altLang="zh-CN" sz="4000" dirty="0">
                <a:solidFill>
                  <a:schemeClr val="bg1"/>
                </a:solidFill>
              </a:endParaRPr>
            </a:p>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1</a:t>
              </a:r>
            </a:p>
            <a:p>
              <a:r>
                <a:rPr lang="zh-CN" altLang="en-US" sz="4000" dirty="0">
                  <a:solidFill>
                    <a:schemeClr val="bg1"/>
                  </a:solidFill>
                </a:rPr>
                <a:t> </a:t>
              </a:r>
            </a:p>
          </p:txBody>
        </p:sp>
      </p:grpSp>
      <p:grpSp>
        <p:nvGrpSpPr>
          <p:cNvPr id="21" name="组合 20">
            <a:extLst>
              <a:ext uri="{FF2B5EF4-FFF2-40B4-BE49-F238E27FC236}">
                <a16:creationId xmlns:a16="http://schemas.microsoft.com/office/drawing/2014/main" id="{59E95A16-2ED8-3193-3FC0-A10A97EF8D61}"/>
              </a:ext>
            </a:extLst>
          </p:cNvPr>
          <p:cNvGrpSpPr/>
          <p:nvPr/>
        </p:nvGrpSpPr>
        <p:grpSpPr>
          <a:xfrm>
            <a:off x="3341504" y="1287416"/>
            <a:ext cx="1241368" cy="4283168"/>
            <a:chOff x="4657899" y="1292629"/>
            <a:chExt cx="1241368" cy="4272742"/>
          </a:xfrm>
        </p:grpSpPr>
        <p:sp>
          <p:nvSpPr>
            <p:cNvPr id="13" name="矩形 12">
              <a:extLst>
                <a:ext uri="{FF2B5EF4-FFF2-40B4-BE49-F238E27FC236}">
                  <a16:creationId xmlns:a16="http://schemas.microsoft.com/office/drawing/2014/main" id="{273D6FE3-F58F-1631-BCEB-DDB3CC8A78F4}"/>
                </a:ext>
              </a:extLst>
            </p:cNvPr>
            <p:cNvSpPr/>
            <p:nvPr/>
          </p:nvSpPr>
          <p:spPr>
            <a:xfrm>
              <a:off x="4657899" y="1292629"/>
              <a:ext cx="1241368" cy="4272742"/>
            </a:xfrm>
            <a:prstGeom prst="rect">
              <a:avLst/>
            </a:prstGeom>
            <a:solidFill>
              <a:srgbClr val="6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38D564C-02BE-B938-8A47-71F8F8CC19FA}"/>
                </a:ext>
              </a:extLst>
            </p:cNvPr>
            <p:cNvSpPr txBox="1"/>
            <p:nvPr/>
          </p:nvSpPr>
          <p:spPr>
            <a:xfrm>
              <a:off x="5031627" y="2967335"/>
              <a:ext cx="49391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2</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grpSp>
        <p:nvGrpSpPr>
          <p:cNvPr id="22" name="组合 21">
            <a:extLst>
              <a:ext uri="{FF2B5EF4-FFF2-40B4-BE49-F238E27FC236}">
                <a16:creationId xmlns:a16="http://schemas.microsoft.com/office/drawing/2014/main" id="{0A52580B-A481-9418-4A84-078F7890EF2D}"/>
              </a:ext>
            </a:extLst>
          </p:cNvPr>
          <p:cNvGrpSpPr/>
          <p:nvPr/>
        </p:nvGrpSpPr>
        <p:grpSpPr>
          <a:xfrm>
            <a:off x="5311834" y="1282201"/>
            <a:ext cx="1241368" cy="4283168"/>
            <a:chOff x="6500554" y="1292629"/>
            <a:chExt cx="1241368" cy="4272742"/>
          </a:xfrm>
        </p:grpSpPr>
        <p:sp>
          <p:nvSpPr>
            <p:cNvPr id="14" name="矩形 13">
              <a:extLst>
                <a:ext uri="{FF2B5EF4-FFF2-40B4-BE49-F238E27FC236}">
                  <a16:creationId xmlns:a16="http://schemas.microsoft.com/office/drawing/2014/main" id="{62CF5EFF-9D0B-21FD-C661-757DF3D06E15}"/>
                </a:ext>
              </a:extLst>
            </p:cNvPr>
            <p:cNvSpPr/>
            <p:nvPr/>
          </p:nvSpPr>
          <p:spPr>
            <a:xfrm>
              <a:off x="6500554" y="1292629"/>
              <a:ext cx="1241368" cy="427274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9BAA3221-3A6C-DCC1-859F-BA26D5CB60EA}"/>
                </a:ext>
              </a:extLst>
            </p:cNvPr>
            <p:cNvSpPr txBox="1"/>
            <p:nvPr/>
          </p:nvSpPr>
          <p:spPr>
            <a:xfrm>
              <a:off x="6809512" y="2967335"/>
              <a:ext cx="623452" cy="923330"/>
            </a:xfrm>
            <a:prstGeom prst="rect">
              <a:avLst/>
            </a:prstGeom>
            <a:noFill/>
          </p:spPr>
          <p:txBody>
            <a:bodyPr wrap="square" rtlCol="0">
              <a:spAutoFit/>
            </a:bodyPr>
            <a:lstStyle/>
            <a:p>
              <a:r>
                <a:rPr lang="en-US" altLang="zh-CN" sz="5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3</a:t>
              </a:r>
              <a:endParaRPr lang="zh-CN" altLang="en-US" sz="5400" dirty="0">
                <a:solidFill>
                  <a:schemeClr val="bg1"/>
                </a:solidFill>
                <a:latin typeface="Cascadia Mono" panose="020B0609020000020004" pitchFamily="49" charset="0"/>
                <a:cs typeface="Cascadia Mono" panose="020B0609020000020004" pitchFamily="49" charset="0"/>
              </a:endParaRPr>
            </a:p>
          </p:txBody>
        </p:sp>
      </p:grpSp>
      <p:sp>
        <p:nvSpPr>
          <p:cNvPr id="9" name="文本框 8">
            <a:extLst>
              <a:ext uri="{FF2B5EF4-FFF2-40B4-BE49-F238E27FC236}">
                <a16:creationId xmlns:a16="http://schemas.microsoft.com/office/drawing/2014/main" id="{0A8D88BC-9588-4486-CCC6-52D0090A867C}"/>
              </a:ext>
            </a:extLst>
          </p:cNvPr>
          <p:cNvSpPr txBox="1"/>
          <p:nvPr/>
        </p:nvSpPr>
        <p:spPr>
          <a:xfrm>
            <a:off x="6768116" y="2764539"/>
            <a:ext cx="4119032" cy="1200329"/>
          </a:xfrm>
          <a:prstGeom prst="rect">
            <a:avLst/>
          </a:prstGeom>
          <a:noFill/>
          <a:effectLst>
            <a:outerShdw blurRad="1270000" dist="50800" dir="5400000" algn="ctr" rotWithShape="0">
              <a:srgbClr val="000000">
                <a:alpha val="0"/>
              </a:srgbClr>
            </a:outerShdw>
          </a:effectLst>
        </p:spPr>
        <p:txBody>
          <a:bodyPr wrap="square" rtlCol="0">
            <a:spAutoFit/>
          </a:bodyPr>
          <a:lstStyle/>
          <a:p>
            <a:r>
              <a:rPr lang="en-US" altLang="zh-CN" sz="7200" b="1" dirty="0">
                <a:solidFill>
                  <a:schemeClr val="tx1">
                    <a:lumMod val="95000"/>
                    <a:lumOff val="5000"/>
                  </a:schemeClr>
                </a:solidFill>
                <a:latin typeface="Cascadia Mono" panose="020B0609020000020004" pitchFamily="49" charset="0"/>
                <a:ea typeface="Cascadia Mono" panose="020B0609020000020004" pitchFamily="49" charset="0"/>
                <a:cs typeface="Cascadia Mono" panose="020B0609020000020004" pitchFamily="49" charset="0"/>
              </a:rPr>
              <a:t>Gender</a:t>
            </a:r>
          </a:p>
        </p:txBody>
      </p:sp>
    </p:spTree>
    <p:extLst>
      <p:ext uri="{BB962C8B-B14F-4D97-AF65-F5344CB8AC3E}">
        <p14:creationId xmlns:p14="http://schemas.microsoft.com/office/powerpoint/2010/main" val="203852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5"/>
                                        </p:tgtEl>
                                        <p:attrNameLst>
                                          <p:attrName>ppt_x</p:attrName>
                                        </p:attrNameLst>
                                      </p:cBhvr>
                                      <p:tavLst>
                                        <p:tav tm="0">
                                          <p:val>
                                            <p:strVal val="ppt_x"/>
                                          </p:val>
                                        </p:tav>
                                        <p:tav tm="100000">
                                          <p:val>
                                            <p:strVal val="ppt_x"/>
                                          </p:val>
                                        </p:tav>
                                      </p:tavLst>
                                    </p:anim>
                                    <p:anim calcmode="lin" valueType="num">
                                      <p:cBhvr additive="base">
                                        <p:cTn id="11" dur="500"/>
                                        <p:tgtEl>
                                          <p:spTgt spid="5"/>
                                        </p:tgtEl>
                                        <p:attrNameLst>
                                          <p:attrName>ppt_y</p:attrName>
                                        </p:attrNameLst>
                                      </p:cBhvr>
                                      <p:tavLst>
                                        <p:tav tm="0">
                                          <p:val>
                                            <p:strVal val="ppt_y"/>
                                          </p:val>
                                        </p:tav>
                                        <p:tav tm="100000">
                                          <p:val>
                                            <p:strVal val="1+ppt_h/2"/>
                                          </p:val>
                                        </p:tav>
                                      </p:tavLst>
                                    </p:anim>
                                    <p:set>
                                      <p:cBhvr>
                                        <p:cTn id="12" dur="1" fill="hold">
                                          <p:stCondLst>
                                            <p:cond delay="499"/>
                                          </p:stCondLst>
                                        </p:cTn>
                                        <p:tgtEl>
                                          <p:spTgt spid="5"/>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3"/>
                                        </p:tgtEl>
                                        <p:attrNameLst>
                                          <p:attrName>ppt_x</p:attrName>
                                        </p:attrNameLst>
                                      </p:cBhvr>
                                      <p:tavLst>
                                        <p:tav tm="0">
                                          <p:val>
                                            <p:strVal val="ppt_x"/>
                                          </p:val>
                                        </p:tav>
                                        <p:tav tm="100000">
                                          <p:val>
                                            <p:strVal val="ppt_x"/>
                                          </p:val>
                                        </p:tav>
                                      </p:tavLst>
                                    </p:anim>
                                    <p:anim calcmode="lin" valueType="num">
                                      <p:cBhvr additive="base">
                                        <p:cTn id="15" dur="500"/>
                                        <p:tgtEl>
                                          <p:spTgt spid="3"/>
                                        </p:tgtEl>
                                        <p:attrNameLst>
                                          <p:attrName>ppt_y</p:attrName>
                                        </p:attrNameLst>
                                      </p:cBhvr>
                                      <p:tavLst>
                                        <p:tav tm="0">
                                          <p:val>
                                            <p:strVal val="ppt_y"/>
                                          </p:val>
                                        </p:tav>
                                        <p:tav tm="100000">
                                          <p:val>
                                            <p:strVal val="1+ppt_h/2"/>
                                          </p:val>
                                        </p:tav>
                                      </p:tavLst>
                                    </p:anim>
                                    <p:set>
                                      <p:cBhvr>
                                        <p:cTn id="16" dur="1" fill="hold">
                                          <p:stCondLst>
                                            <p:cond delay="499"/>
                                          </p:stCondLst>
                                        </p:cTn>
                                        <p:tgtEl>
                                          <p:spTgt spid="3"/>
                                        </p:tgtEl>
                                        <p:attrNameLst>
                                          <p:attrName>style.visibility</p:attrName>
                                        </p:attrNameLst>
                                      </p:cBhvr>
                                      <p:to>
                                        <p:strVal val="hidden"/>
                                      </p:to>
                                    </p:set>
                                  </p:childTnLst>
                                </p:cTn>
                              </p:par>
                              <p:par>
                                <p:cTn id="17" presetID="2" presetClass="exit" presetSubtype="4" fill="hold" nodeType="withEffect">
                                  <p:stCondLst>
                                    <p:cond delay="0"/>
                                  </p:stCondLst>
                                  <p:childTnLst>
                                    <p:anim calcmode="lin" valueType="num">
                                      <p:cBhvr additive="base">
                                        <p:cTn id="18" dur="500"/>
                                        <p:tgtEl>
                                          <p:spTgt spid="20"/>
                                        </p:tgtEl>
                                        <p:attrNameLst>
                                          <p:attrName>ppt_x</p:attrName>
                                        </p:attrNameLst>
                                      </p:cBhvr>
                                      <p:tavLst>
                                        <p:tav tm="0">
                                          <p:val>
                                            <p:strVal val="ppt_x"/>
                                          </p:val>
                                        </p:tav>
                                        <p:tav tm="100000">
                                          <p:val>
                                            <p:strVal val="ppt_x"/>
                                          </p:val>
                                        </p:tav>
                                      </p:tavLst>
                                    </p:anim>
                                    <p:anim calcmode="lin" valueType="num">
                                      <p:cBhvr additive="base">
                                        <p:cTn id="19" dur="500"/>
                                        <p:tgtEl>
                                          <p:spTgt spid="20"/>
                                        </p:tgtEl>
                                        <p:attrNameLst>
                                          <p:attrName>ppt_y</p:attrName>
                                        </p:attrNameLst>
                                      </p:cBhvr>
                                      <p:tavLst>
                                        <p:tav tm="0">
                                          <p:val>
                                            <p:strVal val="ppt_y"/>
                                          </p:val>
                                        </p:tav>
                                        <p:tav tm="100000">
                                          <p:val>
                                            <p:strVal val="1+ppt_h/2"/>
                                          </p:val>
                                        </p:tav>
                                      </p:tavLst>
                                    </p:anim>
                                    <p:set>
                                      <p:cBhvr>
                                        <p:cTn id="20" dur="1" fill="hold">
                                          <p:stCondLst>
                                            <p:cond delay="499"/>
                                          </p:stCondLst>
                                        </p:cTn>
                                        <p:tgtEl>
                                          <p:spTgt spid="20"/>
                                        </p:tgtEl>
                                        <p:attrNameLst>
                                          <p:attrName>style.visibility</p:attrName>
                                        </p:attrNameLst>
                                      </p:cBhvr>
                                      <p:to>
                                        <p:strVal val="hidden"/>
                                      </p:to>
                                    </p:set>
                                  </p:childTnLst>
                                </p:cTn>
                              </p:par>
                              <p:par>
                                <p:cTn id="21" presetID="2" presetClass="exit" presetSubtype="4" fill="hold" nodeType="withEffect">
                                  <p:stCondLst>
                                    <p:cond delay="0"/>
                                  </p:stCondLst>
                                  <p:childTnLst>
                                    <p:anim calcmode="lin" valueType="num">
                                      <p:cBhvr additive="base">
                                        <p:cTn id="22" dur="500"/>
                                        <p:tgtEl>
                                          <p:spTgt spid="21"/>
                                        </p:tgtEl>
                                        <p:attrNameLst>
                                          <p:attrName>ppt_x</p:attrName>
                                        </p:attrNameLst>
                                      </p:cBhvr>
                                      <p:tavLst>
                                        <p:tav tm="0">
                                          <p:val>
                                            <p:strVal val="ppt_x"/>
                                          </p:val>
                                        </p:tav>
                                        <p:tav tm="100000">
                                          <p:val>
                                            <p:strVal val="ppt_x"/>
                                          </p:val>
                                        </p:tav>
                                      </p:tavLst>
                                    </p:anim>
                                    <p:anim calcmode="lin" valueType="num">
                                      <p:cBhvr additive="base">
                                        <p:cTn id="23" dur="500"/>
                                        <p:tgtEl>
                                          <p:spTgt spid="21"/>
                                        </p:tgtEl>
                                        <p:attrNameLst>
                                          <p:attrName>ppt_y</p:attrName>
                                        </p:attrNameLst>
                                      </p:cBhvr>
                                      <p:tavLst>
                                        <p:tav tm="0">
                                          <p:val>
                                            <p:strVal val="ppt_y"/>
                                          </p:val>
                                        </p:tav>
                                        <p:tav tm="100000">
                                          <p:val>
                                            <p:strVal val="1+ppt_h/2"/>
                                          </p:val>
                                        </p:tav>
                                      </p:tavLst>
                                    </p:anim>
                                    <p:set>
                                      <p:cBhvr>
                                        <p:cTn id="24" dur="1" fill="hold">
                                          <p:stCondLst>
                                            <p:cond delay="499"/>
                                          </p:stCondLst>
                                        </p:cTn>
                                        <p:tgtEl>
                                          <p:spTgt spid="21"/>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22"/>
                                        </p:tgtEl>
                                        <p:attrNameLst>
                                          <p:attrName>ppt_x</p:attrName>
                                        </p:attrNameLst>
                                      </p:cBhvr>
                                      <p:tavLst>
                                        <p:tav tm="0">
                                          <p:val>
                                            <p:strVal val="ppt_x"/>
                                          </p:val>
                                        </p:tav>
                                        <p:tav tm="100000">
                                          <p:val>
                                            <p:strVal val="ppt_x"/>
                                          </p:val>
                                        </p:tav>
                                      </p:tavLst>
                                    </p:anim>
                                    <p:anim calcmode="lin" valueType="num">
                                      <p:cBhvr additive="base">
                                        <p:cTn id="27" dur="500"/>
                                        <p:tgtEl>
                                          <p:spTgt spid="22"/>
                                        </p:tgtEl>
                                        <p:attrNameLst>
                                          <p:attrName>ppt_y</p:attrName>
                                        </p:attrNameLst>
                                      </p:cBhvr>
                                      <p:tavLst>
                                        <p:tav tm="0">
                                          <p:val>
                                            <p:strVal val="ppt_y"/>
                                          </p:val>
                                        </p:tav>
                                        <p:tav tm="100000">
                                          <p:val>
                                            <p:strVal val="1+ppt_h/2"/>
                                          </p:val>
                                        </p:tav>
                                      </p:tavLst>
                                    </p:anim>
                                    <p:set>
                                      <p:cBhvr>
                                        <p:cTn id="28" dur="1" fill="hold">
                                          <p:stCondLst>
                                            <p:cond delay="499"/>
                                          </p:stCondLst>
                                        </p:cTn>
                                        <p:tgtEl>
                                          <p:spTgt spid="22"/>
                                        </p:tgtEl>
                                        <p:attrNameLst>
                                          <p:attrName>style.visibility</p:attrName>
                                        </p:attrNameLst>
                                      </p:cBhvr>
                                      <p:to>
                                        <p:strVal val="hidden"/>
                                      </p:to>
                                    </p:set>
                                  </p:childTnLst>
                                </p:cTn>
                              </p:par>
                              <p:par>
                                <p:cTn id="29" presetID="2" presetClass="exit" presetSubtype="4" fill="hold" grpId="0" nodeType="withEffect">
                                  <p:stCondLst>
                                    <p:cond delay="0"/>
                                  </p:stCondLst>
                                  <p:childTnLst>
                                    <p:anim calcmode="lin" valueType="num">
                                      <p:cBhvr additive="base">
                                        <p:cTn id="30" dur="500"/>
                                        <p:tgtEl>
                                          <p:spTgt spid="9"/>
                                        </p:tgtEl>
                                        <p:attrNameLst>
                                          <p:attrName>ppt_x</p:attrName>
                                        </p:attrNameLst>
                                      </p:cBhvr>
                                      <p:tavLst>
                                        <p:tav tm="0">
                                          <p:val>
                                            <p:strVal val="ppt_x"/>
                                          </p:val>
                                        </p:tav>
                                        <p:tav tm="100000">
                                          <p:val>
                                            <p:strVal val="ppt_x"/>
                                          </p:val>
                                        </p:tav>
                                      </p:tavLst>
                                    </p:anim>
                                    <p:anim calcmode="lin" valueType="num">
                                      <p:cBhvr additive="base">
                                        <p:cTn id="31" dur="500"/>
                                        <p:tgtEl>
                                          <p:spTgt spid="9"/>
                                        </p:tgtEl>
                                        <p:attrNameLst>
                                          <p:attrName>ppt_y</p:attrName>
                                        </p:attrNameLst>
                                      </p:cBhvr>
                                      <p:tavLst>
                                        <p:tav tm="0">
                                          <p:val>
                                            <p:strVal val="ppt_y"/>
                                          </p:val>
                                        </p:tav>
                                        <p:tav tm="100000">
                                          <p:val>
                                            <p:strVal val="1+ppt_h/2"/>
                                          </p:val>
                                        </p:tav>
                                      </p:tavLst>
                                    </p:anim>
                                    <p:set>
                                      <p:cBhvr>
                                        <p:cTn id="3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9B63051-C6DB-85FD-2389-1FBF7295AD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533" y="87844"/>
            <a:ext cx="8031836" cy="5079190"/>
          </a:xfrm>
          <a:prstGeom prst="rect">
            <a:avLst/>
          </a:prstGeom>
        </p:spPr>
      </p:pic>
      <p:sp>
        <p:nvSpPr>
          <p:cNvPr id="4" name="文本框 3">
            <a:extLst>
              <a:ext uri="{FF2B5EF4-FFF2-40B4-BE49-F238E27FC236}">
                <a16:creationId xmlns:a16="http://schemas.microsoft.com/office/drawing/2014/main" id="{368BBD9A-DCED-4463-C865-AF278662C16F}"/>
              </a:ext>
            </a:extLst>
          </p:cNvPr>
          <p:cNvSpPr txBox="1"/>
          <p:nvPr/>
        </p:nvSpPr>
        <p:spPr>
          <a:xfrm>
            <a:off x="381548" y="241331"/>
            <a:ext cx="1999839" cy="923330"/>
          </a:xfrm>
          <a:prstGeom prst="rect">
            <a:avLst/>
          </a:prstGeom>
          <a:noFill/>
        </p:spPr>
        <p:txBody>
          <a:bodyPr wrap="square" rtlCol="0">
            <a:spAutoFit/>
          </a:bodyPr>
          <a:lstStyle/>
          <a:p>
            <a:r>
              <a:rPr lang="en-US" altLang="zh-CN" sz="5400" b="1" dirty="0">
                <a:solidFill>
                  <a:schemeClr val="bg1"/>
                </a:solidFill>
              </a:rPr>
              <a:t>Age</a:t>
            </a:r>
            <a:endParaRPr lang="zh-CN" altLang="en-US" sz="5400" b="1" dirty="0">
              <a:solidFill>
                <a:schemeClr val="bg1"/>
              </a:solidFill>
            </a:endParaRPr>
          </a:p>
        </p:txBody>
      </p:sp>
      <p:cxnSp>
        <p:nvCxnSpPr>
          <p:cNvPr id="9" name="直接连接符 8">
            <a:extLst>
              <a:ext uri="{FF2B5EF4-FFF2-40B4-BE49-F238E27FC236}">
                <a16:creationId xmlns:a16="http://schemas.microsoft.com/office/drawing/2014/main" id="{172FE7CC-3464-63AC-C06F-1D7F3BA32A11}"/>
              </a:ext>
            </a:extLst>
          </p:cNvPr>
          <p:cNvCxnSpPr>
            <a:cxnSpLocks/>
          </p:cNvCxnSpPr>
          <p:nvPr/>
        </p:nvCxnSpPr>
        <p:spPr>
          <a:xfrm>
            <a:off x="4022902" y="-68268"/>
            <a:ext cx="0" cy="7244366"/>
          </a:xfrm>
          <a:prstGeom prst="line">
            <a:avLst/>
          </a:prstGeom>
          <a:ln>
            <a:solidFill>
              <a:schemeClr val="bg2"/>
            </a:solidFill>
          </a:ln>
        </p:spPr>
        <p:style>
          <a:lnRef idx="1">
            <a:schemeClr val="accent2"/>
          </a:lnRef>
          <a:fillRef idx="0">
            <a:schemeClr val="accent2"/>
          </a:fillRef>
          <a:effectRef idx="0">
            <a:schemeClr val="accent2"/>
          </a:effectRef>
          <a:fontRef idx="minor">
            <a:schemeClr val="tx1"/>
          </a:fontRef>
        </p:style>
      </p:cxnSp>
      <p:sp>
        <p:nvSpPr>
          <p:cNvPr id="17" name="文本框 16">
            <a:extLst>
              <a:ext uri="{FF2B5EF4-FFF2-40B4-BE49-F238E27FC236}">
                <a16:creationId xmlns:a16="http://schemas.microsoft.com/office/drawing/2014/main" id="{3F99A995-7BBC-97FD-245A-29F580C8A080}"/>
              </a:ext>
            </a:extLst>
          </p:cNvPr>
          <p:cNvSpPr txBox="1"/>
          <p:nvPr/>
        </p:nvSpPr>
        <p:spPr>
          <a:xfrm>
            <a:off x="3994597" y="5167035"/>
            <a:ext cx="5660260" cy="369332"/>
          </a:xfrm>
          <a:prstGeom prst="rect">
            <a:avLst/>
          </a:prstGeom>
          <a:noFill/>
        </p:spPr>
        <p:txBody>
          <a:bodyPr wrap="square" rtlCol="0">
            <a:spAutoFit/>
          </a:bodyPr>
          <a:lstStyle/>
          <a:p>
            <a:r>
              <a:rPr lang="en-US" altLang="zh-CN" dirty="0">
                <a:solidFill>
                  <a:schemeClr val="bg1"/>
                </a:solidFill>
              </a:rPr>
              <a:t>Line chart of age and employment rate from 1979 to 2022</a:t>
            </a:r>
            <a:endParaRPr lang="zh-CN" altLang="en-US" dirty="0">
              <a:solidFill>
                <a:schemeClr val="bg1"/>
              </a:solidFill>
            </a:endParaRPr>
          </a:p>
        </p:txBody>
      </p:sp>
      <p:sp>
        <p:nvSpPr>
          <p:cNvPr id="24" name="文本框 23">
            <a:extLst>
              <a:ext uri="{FF2B5EF4-FFF2-40B4-BE49-F238E27FC236}">
                <a16:creationId xmlns:a16="http://schemas.microsoft.com/office/drawing/2014/main" id="{D00763DD-F7C5-F5C1-4034-64856ACA33B4}"/>
              </a:ext>
            </a:extLst>
          </p:cNvPr>
          <p:cNvSpPr txBox="1"/>
          <p:nvPr/>
        </p:nvSpPr>
        <p:spPr>
          <a:xfrm>
            <a:off x="4269394" y="5628699"/>
            <a:ext cx="6663934" cy="707886"/>
          </a:xfrm>
          <a:prstGeom prst="rect">
            <a:avLst/>
          </a:prstGeom>
          <a:noFill/>
        </p:spPr>
        <p:txBody>
          <a:bodyPr wrap="square" rtlCol="0">
            <a:spAutoFit/>
          </a:bodyPr>
          <a:lstStyle/>
          <a:p>
            <a:r>
              <a:rPr lang="en-US" altLang="zh-CN" dirty="0">
                <a:solidFill>
                  <a:schemeClr val="bg1"/>
                </a:solidFill>
              </a:rPr>
              <a:t>Employment rates </a:t>
            </a:r>
            <a:r>
              <a:rPr lang="en-US" altLang="zh-CN" sz="2000" b="1" i="1" u="sng" dirty="0">
                <a:solidFill>
                  <a:schemeClr val="bg1"/>
                </a:solidFill>
              </a:rPr>
              <a:t>vary significantly</a:t>
            </a:r>
            <a:r>
              <a:rPr lang="en-US" altLang="zh-CN" sz="2000" u="sng" dirty="0">
                <a:solidFill>
                  <a:schemeClr val="bg1"/>
                </a:solidFill>
              </a:rPr>
              <a:t> </a:t>
            </a:r>
            <a:r>
              <a:rPr lang="en-US" altLang="zh-CN" dirty="0">
                <a:solidFill>
                  <a:schemeClr val="bg1"/>
                </a:solidFill>
              </a:rPr>
              <a:t>by age group, reflecting changes in the </a:t>
            </a:r>
            <a:r>
              <a:rPr lang="en-US" altLang="zh-CN" sz="2000" b="1" i="1" u="sng" dirty="0">
                <a:solidFill>
                  <a:schemeClr val="bg1"/>
                </a:solidFill>
              </a:rPr>
              <a:t>economy, society and policies</a:t>
            </a:r>
            <a:r>
              <a:rPr lang="en-US" altLang="zh-CN" dirty="0">
                <a:solidFill>
                  <a:schemeClr val="bg1"/>
                </a:solidFill>
              </a:rPr>
              <a:t>.</a:t>
            </a:r>
            <a:endParaRPr lang="zh-CN" altLang="en-US" dirty="0">
              <a:solidFill>
                <a:schemeClr val="bg1"/>
              </a:solidFill>
            </a:endParaRPr>
          </a:p>
        </p:txBody>
      </p:sp>
      <p:grpSp>
        <p:nvGrpSpPr>
          <p:cNvPr id="5" name="组合 4">
            <a:extLst>
              <a:ext uri="{FF2B5EF4-FFF2-40B4-BE49-F238E27FC236}">
                <a16:creationId xmlns:a16="http://schemas.microsoft.com/office/drawing/2014/main" id="{4C5411A4-9575-0FB9-8940-A37A8CF9CAE1}"/>
              </a:ext>
            </a:extLst>
          </p:cNvPr>
          <p:cNvGrpSpPr/>
          <p:nvPr/>
        </p:nvGrpSpPr>
        <p:grpSpPr>
          <a:xfrm>
            <a:off x="281151" y="1477048"/>
            <a:ext cx="3618505" cy="4859537"/>
            <a:chOff x="282497" y="1723623"/>
            <a:chExt cx="3618505" cy="4859537"/>
          </a:xfrm>
        </p:grpSpPr>
        <p:sp>
          <p:nvSpPr>
            <p:cNvPr id="25" name="文本框 24">
              <a:extLst>
                <a:ext uri="{FF2B5EF4-FFF2-40B4-BE49-F238E27FC236}">
                  <a16:creationId xmlns:a16="http://schemas.microsoft.com/office/drawing/2014/main" id="{C503C6CE-BF6C-2527-CDF6-1545F868119D}"/>
                </a:ext>
              </a:extLst>
            </p:cNvPr>
            <p:cNvSpPr txBox="1"/>
            <p:nvPr/>
          </p:nvSpPr>
          <p:spPr>
            <a:xfrm>
              <a:off x="282498" y="3128918"/>
              <a:ext cx="3618504" cy="1077218"/>
            </a:xfrm>
            <a:prstGeom prst="rect">
              <a:avLst/>
            </a:prstGeom>
            <a:noFill/>
          </p:spPr>
          <p:txBody>
            <a:bodyPr wrap="square" rtlCol="0">
              <a:spAutoFit/>
            </a:bodyPr>
            <a:lstStyle/>
            <a:p>
              <a:r>
                <a:rPr lang="en-US" altLang="zh-CN" sz="2000" dirty="0">
                  <a:solidFill>
                    <a:schemeClr val="bg1"/>
                  </a:solidFill>
                  <a:latin typeface="Calibri" panose="020F0502020204030204" pitchFamily="34" charset="0"/>
                  <a:ea typeface="Calibri" panose="020F0502020204030204" pitchFamily="34" charset="0"/>
                  <a:cs typeface="Calibri" panose="020F0502020204030204" pitchFamily="34" charset="0"/>
                </a:rPr>
                <a:t>The chart covers four age groups: </a:t>
              </a:r>
            </a:p>
            <a:p>
              <a:r>
                <a:rPr lang="en-US" altLang="zh-CN" sz="2200" b="1" u="sng" dirty="0">
                  <a:solidFill>
                    <a:schemeClr val="bg1"/>
                  </a:solidFill>
                  <a:latin typeface="Calibri" panose="020F0502020204030204" pitchFamily="34" charset="0"/>
                  <a:ea typeface="Calibri" panose="020F0502020204030204" pitchFamily="34" charset="0"/>
                  <a:cs typeface="Calibri" panose="020F0502020204030204" pitchFamily="34" charset="0"/>
                </a:rPr>
                <a:t>16-24, 25-54, 55-64, and 65 and over</a:t>
              </a:r>
              <a:r>
                <a:rPr lang="en-US" altLang="zh-CN" sz="2000" b="1" i="1"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zh-CN" altLang="en-US" sz="2000" b="1" i="1" dirty="0">
                <a:solidFill>
                  <a:schemeClr val="bg1"/>
                </a:solidFill>
                <a:latin typeface="Calibri" panose="020F0502020204030204" pitchFamily="34" charset="0"/>
                <a:ea typeface="Malgun Gothic Semilight" panose="020B0502040204020203" pitchFamily="34" charset="-122"/>
                <a:cs typeface="Calibri" panose="020F0502020204030204" pitchFamily="34" charset="0"/>
              </a:endParaRPr>
            </a:p>
          </p:txBody>
        </p:sp>
        <p:sp>
          <p:nvSpPr>
            <p:cNvPr id="27" name="文本框 26">
              <a:extLst>
                <a:ext uri="{FF2B5EF4-FFF2-40B4-BE49-F238E27FC236}">
                  <a16:creationId xmlns:a16="http://schemas.microsoft.com/office/drawing/2014/main" id="{9D2D0B73-35F3-DD7A-D958-73AAB594EB79}"/>
                </a:ext>
              </a:extLst>
            </p:cNvPr>
            <p:cNvSpPr txBox="1"/>
            <p:nvPr/>
          </p:nvSpPr>
          <p:spPr>
            <a:xfrm>
              <a:off x="282497" y="1723623"/>
              <a:ext cx="3618503" cy="1231106"/>
            </a:xfrm>
            <a:prstGeom prst="rect">
              <a:avLst/>
            </a:prstGeom>
            <a:noFill/>
          </p:spPr>
          <p:txBody>
            <a:bodyPr wrap="square" rtlCol="0">
              <a:spAutoFit/>
            </a:bodyPr>
            <a:lstStyle/>
            <a:p>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rPr>
                <a:t>The red boxes mark </a:t>
              </a:r>
            </a:p>
            <a:p>
              <a:r>
                <a:rPr lang="en-US" altLang="zh-CN" sz="2500" b="1" dirty="0">
                  <a:solidFill>
                    <a:schemeClr val="bg1"/>
                  </a:solidFill>
                  <a:latin typeface="Calibri" panose="020F0502020204030204" pitchFamily="34" charset="0"/>
                  <a:ea typeface="Calibri" panose="020F0502020204030204" pitchFamily="34" charset="0"/>
                  <a:cs typeface="Calibri" panose="020F0502020204030204" pitchFamily="34" charset="0"/>
                </a:rPr>
                <a:t>key </a:t>
              </a:r>
              <a:r>
                <a:rPr lang="en-US" altLang="zh-CN" sz="2500" b="1" u="sng" dirty="0">
                  <a:solidFill>
                    <a:schemeClr val="bg1"/>
                  </a:solidFill>
                  <a:latin typeface="Calibri" panose="020F0502020204030204" pitchFamily="34" charset="0"/>
                  <a:ea typeface="Calibri" panose="020F0502020204030204" pitchFamily="34" charset="0"/>
                  <a:cs typeface="Calibri" panose="020F0502020204030204" pitchFamily="34" charset="0"/>
                </a:rPr>
                <a:t>economic events</a:t>
              </a:r>
              <a:r>
                <a:rPr lang="en-US" altLang="zh-CN" sz="2500" u="sng"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rPr>
                <a:t>and </a:t>
              </a:r>
              <a:r>
                <a:rPr lang="en-US" altLang="zh-CN" sz="2500" b="1" u="sng" dirty="0">
                  <a:solidFill>
                    <a:schemeClr val="bg1"/>
                  </a:solidFill>
                  <a:latin typeface="Calibri" panose="020F0502020204030204" pitchFamily="34" charset="0"/>
                  <a:ea typeface="Calibri" panose="020F0502020204030204" pitchFamily="34" charset="0"/>
                  <a:cs typeface="Calibri" panose="020F0502020204030204" pitchFamily="34" charset="0"/>
                </a:rPr>
                <a:t>employment fluctuations</a:t>
              </a:r>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zh-CN" altLang="en-US" sz="2400" dirty="0">
                <a:solidFill>
                  <a:schemeClr val="bg1"/>
                </a:solidFill>
                <a:latin typeface="Calibri" panose="020F0502020204030204" pitchFamily="34" charset="0"/>
                <a:cs typeface="Calibri" panose="020F0502020204030204" pitchFamily="34" charset="0"/>
              </a:endParaRPr>
            </a:p>
          </p:txBody>
        </p:sp>
        <p:sp>
          <p:nvSpPr>
            <p:cNvPr id="28" name="文本框 27">
              <a:extLst>
                <a:ext uri="{FF2B5EF4-FFF2-40B4-BE49-F238E27FC236}">
                  <a16:creationId xmlns:a16="http://schemas.microsoft.com/office/drawing/2014/main" id="{E41FB0DA-75CD-B136-CAEB-78E7F77D05B6}"/>
                </a:ext>
              </a:extLst>
            </p:cNvPr>
            <p:cNvSpPr txBox="1"/>
            <p:nvPr/>
          </p:nvSpPr>
          <p:spPr>
            <a:xfrm>
              <a:off x="282497" y="4244058"/>
              <a:ext cx="3618504" cy="2339102"/>
            </a:xfrm>
            <a:prstGeom prst="rect">
              <a:avLst/>
            </a:prstGeom>
            <a:noFill/>
          </p:spPr>
          <p:txBody>
            <a:bodyPr wrap="square" rtlCol="0">
              <a:spAutoFit/>
            </a:bodyPr>
            <a:lstStyle/>
            <a:p>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rPr>
                <a:t>Therefore, we can analyze </a:t>
              </a:r>
              <a:r>
                <a:rPr lang="en-US" altLang="zh-CN" sz="2500" b="1" u="sng" dirty="0">
                  <a:solidFill>
                    <a:schemeClr val="bg1"/>
                  </a:solidFill>
                  <a:latin typeface="Calibri" panose="020F0502020204030204" pitchFamily="34" charset="0"/>
                  <a:ea typeface="Calibri" panose="020F0502020204030204" pitchFamily="34" charset="0"/>
                  <a:cs typeface="Calibri" panose="020F0502020204030204" pitchFamily="34" charset="0"/>
                </a:rPr>
                <a:t>the employment trends of different age groups </a:t>
              </a:r>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rPr>
                <a:t>through the broken line trend in the red box and draw some conclusions.</a:t>
              </a:r>
              <a:endParaRPr lang="zh-CN" altLang="en-US" sz="2400" dirty="0">
                <a:solidFill>
                  <a:schemeClr val="bg1"/>
                </a:solidFill>
                <a:latin typeface="Calibri" panose="020F0502020204030204" pitchFamily="34" charset="0"/>
                <a:ea typeface="Malgun Gothic Semilight" panose="020B0502040204020203" pitchFamily="34" charset="-122"/>
                <a:cs typeface="Calibri" panose="020F0502020204030204" pitchFamily="34" charset="0"/>
              </a:endParaRPr>
            </a:p>
          </p:txBody>
        </p:sp>
      </p:grpSp>
      <p:sp>
        <p:nvSpPr>
          <p:cNvPr id="29" name="文本框 28">
            <a:extLst>
              <a:ext uri="{FF2B5EF4-FFF2-40B4-BE49-F238E27FC236}">
                <a16:creationId xmlns:a16="http://schemas.microsoft.com/office/drawing/2014/main" id="{16F4803F-699A-1251-FBAC-145189C9BD2F}"/>
              </a:ext>
            </a:extLst>
          </p:cNvPr>
          <p:cNvSpPr txBox="1"/>
          <p:nvPr/>
        </p:nvSpPr>
        <p:spPr>
          <a:xfrm>
            <a:off x="11247998" y="87843"/>
            <a:ext cx="875371" cy="230832"/>
          </a:xfrm>
          <a:prstGeom prst="rect">
            <a:avLst/>
          </a:prstGeom>
          <a:noFill/>
        </p:spPr>
        <p:txBody>
          <a:bodyPr wrap="square" rtlCol="0">
            <a:spAutoFit/>
          </a:bodyPr>
          <a:lstStyle/>
          <a:p>
            <a:r>
              <a:rPr lang="fr-FR" altLang="zh-CN" sz="900" dirty="0"/>
              <a:t>Source: </a:t>
            </a:r>
            <a:r>
              <a:rPr lang="fr-FR" altLang="zh-CN" sz="900" dirty="0" err="1">
                <a:hlinkClick r:id="rId4" tooltip="kaggle"/>
              </a:rPr>
              <a:t>kaggle</a:t>
            </a:r>
            <a:endParaRPr lang="fr-FR" altLang="zh-CN" sz="900" dirty="0"/>
          </a:p>
        </p:txBody>
      </p:sp>
    </p:spTree>
    <p:extLst>
      <p:ext uri="{BB962C8B-B14F-4D97-AF65-F5344CB8AC3E}">
        <p14:creationId xmlns:p14="http://schemas.microsoft.com/office/powerpoint/2010/main" val="3370840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p:cTn id="22" dur="500" fill="hold"/>
                                        <p:tgtEl>
                                          <p:spTgt spid="24"/>
                                        </p:tgtEl>
                                        <p:attrNameLst>
                                          <p:attrName>ppt_w</p:attrName>
                                        </p:attrNameLst>
                                      </p:cBhvr>
                                      <p:tavLst>
                                        <p:tav tm="0">
                                          <p:val>
                                            <p:fltVal val="0"/>
                                          </p:val>
                                        </p:tav>
                                        <p:tav tm="100000">
                                          <p:val>
                                            <p:strVal val="#ppt_w"/>
                                          </p:val>
                                        </p:tav>
                                      </p:tavLst>
                                    </p:anim>
                                    <p:anim calcmode="lin" valueType="num">
                                      <p:cBhvr>
                                        <p:cTn id="23" dur="500" fill="hold"/>
                                        <p:tgtEl>
                                          <p:spTgt spid="24"/>
                                        </p:tgtEl>
                                        <p:attrNameLst>
                                          <p:attrName>ppt_h</p:attrName>
                                        </p:attrNameLst>
                                      </p:cBhvr>
                                      <p:tavLst>
                                        <p:tav tm="0">
                                          <p:val>
                                            <p:fltVal val="0"/>
                                          </p:val>
                                        </p:tav>
                                        <p:tav tm="100000">
                                          <p:val>
                                            <p:strVal val="#ppt_h"/>
                                          </p:val>
                                        </p:tav>
                                      </p:tavLst>
                                    </p:anim>
                                    <p:animEffect transition="in" filter="fade">
                                      <p:cBhvr>
                                        <p:cTn id="24" dur="500"/>
                                        <p:tgtEl>
                                          <p:spTgt spid="2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p:cTn id="27" dur="500" fill="hold"/>
                                        <p:tgtEl>
                                          <p:spTgt spid="29"/>
                                        </p:tgtEl>
                                        <p:attrNameLst>
                                          <p:attrName>ppt_w</p:attrName>
                                        </p:attrNameLst>
                                      </p:cBhvr>
                                      <p:tavLst>
                                        <p:tav tm="0">
                                          <p:val>
                                            <p:fltVal val="0"/>
                                          </p:val>
                                        </p:tav>
                                        <p:tav tm="100000">
                                          <p:val>
                                            <p:strVal val="#ppt_w"/>
                                          </p:val>
                                        </p:tav>
                                      </p:tavLst>
                                    </p:anim>
                                    <p:anim calcmode="lin" valueType="num">
                                      <p:cBhvr>
                                        <p:cTn id="28" dur="500" fill="hold"/>
                                        <p:tgtEl>
                                          <p:spTgt spid="29"/>
                                        </p:tgtEl>
                                        <p:attrNameLst>
                                          <p:attrName>ppt_h</p:attrName>
                                        </p:attrNameLst>
                                      </p:cBhvr>
                                      <p:tavLst>
                                        <p:tav tm="0">
                                          <p:val>
                                            <p:fltVal val="0"/>
                                          </p:val>
                                        </p:tav>
                                        <p:tav tm="100000">
                                          <p:val>
                                            <p:strVal val="#ppt_h"/>
                                          </p:val>
                                        </p:tav>
                                      </p:tavLst>
                                    </p:anim>
                                    <p:animEffect transition="in" filter="fade">
                                      <p:cBhvr>
                                        <p:cTn id="29" dur="500"/>
                                        <p:tgtEl>
                                          <p:spTgt spid="29"/>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1000" fill="hold"/>
                                        <p:tgtEl>
                                          <p:spTgt spid="5"/>
                                        </p:tgtEl>
                                        <p:attrNameLst>
                                          <p:attrName>ppt_w</p:attrName>
                                        </p:attrNameLst>
                                      </p:cBhvr>
                                      <p:tavLst>
                                        <p:tav tm="0">
                                          <p:val>
                                            <p:strVal val="#ppt_w*0.70"/>
                                          </p:val>
                                        </p:tav>
                                        <p:tav tm="100000">
                                          <p:val>
                                            <p:strVal val="#ppt_w"/>
                                          </p:val>
                                        </p:tav>
                                      </p:tavLst>
                                    </p:anim>
                                    <p:anim calcmode="lin" valueType="num">
                                      <p:cBhvr>
                                        <p:cTn id="40" dur="1000" fill="hold"/>
                                        <p:tgtEl>
                                          <p:spTgt spid="5"/>
                                        </p:tgtEl>
                                        <p:attrNameLst>
                                          <p:attrName>ppt_h</p:attrName>
                                        </p:attrNameLst>
                                      </p:cBhvr>
                                      <p:tavLst>
                                        <p:tav tm="0">
                                          <p:val>
                                            <p:strVal val="#ppt_h"/>
                                          </p:val>
                                        </p:tav>
                                        <p:tav tm="100000">
                                          <p:val>
                                            <p:strVal val="#ppt_h"/>
                                          </p:val>
                                        </p:tav>
                                      </p:tavLst>
                                    </p:anim>
                                    <p:animEffect transition="in" filter="fade">
                                      <p:cBhvr>
                                        <p:cTn id="41" dur="1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xit" presetSubtype="32" fill="hold" grpId="1" nodeType="clickEffect">
                                  <p:stCondLst>
                                    <p:cond delay="0"/>
                                  </p:stCondLst>
                                  <p:childTnLst>
                                    <p:anim calcmode="lin" valueType="num">
                                      <p:cBhvr>
                                        <p:cTn id="45" dur="500"/>
                                        <p:tgtEl>
                                          <p:spTgt spid="4"/>
                                        </p:tgtEl>
                                        <p:attrNameLst>
                                          <p:attrName>ppt_w</p:attrName>
                                        </p:attrNameLst>
                                      </p:cBhvr>
                                      <p:tavLst>
                                        <p:tav tm="0">
                                          <p:val>
                                            <p:strVal val="ppt_w"/>
                                          </p:val>
                                        </p:tav>
                                        <p:tav tm="100000">
                                          <p:val>
                                            <p:fltVal val="0"/>
                                          </p:val>
                                        </p:tav>
                                      </p:tavLst>
                                    </p:anim>
                                    <p:anim calcmode="lin" valueType="num">
                                      <p:cBhvr>
                                        <p:cTn id="46" dur="500"/>
                                        <p:tgtEl>
                                          <p:spTgt spid="4"/>
                                        </p:tgtEl>
                                        <p:attrNameLst>
                                          <p:attrName>ppt_h</p:attrName>
                                        </p:attrNameLst>
                                      </p:cBhvr>
                                      <p:tavLst>
                                        <p:tav tm="0">
                                          <p:val>
                                            <p:strVal val="ppt_h"/>
                                          </p:val>
                                        </p:tav>
                                        <p:tav tm="100000">
                                          <p:val>
                                            <p:fltVal val="0"/>
                                          </p:val>
                                        </p:tav>
                                      </p:tavLst>
                                    </p:anim>
                                    <p:animEffect transition="out" filter="fade">
                                      <p:cBhvr>
                                        <p:cTn id="47" dur="500"/>
                                        <p:tgtEl>
                                          <p:spTgt spid="4"/>
                                        </p:tgtEl>
                                      </p:cBhvr>
                                    </p:animEffect>
                                    <p:set>
                                      <p:cBhvr>
                                        <p:cTn id="48" dur="1" fill="hold">
                                          <p:stCondLst>
                                            <p:cond delay="499"/>
                                          </p:stCondLst>
                                        </p:cTn>
                                        <p:tgtEl>
                                          <p:spTgt spid="4"/>
                                        </p:tgtEl>
                                        <p:attrNameLst>
                                          <p:attrName>style.visibility</p:attrName>
                                        </p:attrNameLst>
                                      </p:cBhvr>
                                      <p:to>
                                        <p:strVal val="hidden"/>
                                      </p:to>
                                    </p:set>
                                  </p:childTnLst>
                                </p:cTn>
                              </p:par>
                              <p:par>
                                <p:cTn id="49" presetID="53" presetClass="exit" presetSubtype="32" fill="hold" nodeType="withEffect">
                                  <p:stCondLst>
                                    <p:cond delay="0"/>
                                  </p:stCondLst>
                                  <p:childTnLst>
                                    <p:anim calcmode="lin" valueType="num">
                                      <p:cBhvr>
                                        <p:cTn id="50" dur="500"/>
                                        <p:tgtEl>
                                          <p:spTgt spid="9"/>
                                        </p:tgtEl>
                                        <p:attrNameLst>
                                          <p:attrName>ppt_w</p:attrName>
                                        </p:attrNameLst>
                                      </p:cBhvr>
                                      <p:tavLst>
                                        <p:tav tm="0">
                                          <p:val>
                                            <p:strVal val="ppt_w"/>
                                          </p:val>
                                        </p:tav>
                                        <p:tav tm="100000">
                                          <p:val>
                                            <p:fltVal val="0"/>
                                          </p:val>
                                        </p:tav>
                                      </p:tavLst>
                                    </p:anim>
                                    <p:anim calcmode="lin" valueType="num">
                                      <p:cBhvr>
                                        <p:cTn id="51" dur="500"/>
                                        <p:tgtEl>
                                          <p:spTgt spid="9"/>
                                        </p:tgtEl>
                                        <p:attrNameLst>
                                          <p:attrName>ppt_h</p:attrName>
                                        </p:attrNameLst>
                                      </p:cBhvr>
                                      <p:tavLst>
                                        <p:tav tm="0">
                                          <p:val>
                                            <p:strVal val="ppt_h"/>
                                          </p:val>
                                        </p:tav>
                                        <p:tav tm="100000">
                                          <p:val>
                                            <p:fltVal val="0"/>
                                          </p:val>
                                        </p:tav>
                                      </p:tavLst>
                                    </p:anim>
                                    <p:animEffect transition="out" filter="fade">
                                      <p:cBhvr>
                                        <p:cTn id="52" dur="500"/>
                                        <p:tgtEl>
                                          <p:spTgt spid="9"/>
                                        </p:tgtEl>
                                      </p:cBhvr>
                                    </p:animEffect>
                                    <p:set>
                                      <p:cBhvr>
                                        <p:cTn id="53" dur="1" fill="hold">
                                          <p:stCondLst>
                                            <p:cond delay="499"/>
                                          </p:stCondLst>
                                        </p:cTn>
                                        <p:tgtEl>
                                          <p:spTgt spid="9"/>
                                        </p:tgtEl>
                                        <p:attrNameLst>
                                          <p:attrName>style.visibility</p:attrName>
                                        </p:attrNameLst>
                                      </p:cBhvr>
                                      <p:to>
                                        <p:strVal val="hidden"/>
                                      </p:to>
                                    </p:set>
                                  </p:childTnLst>
                                </p:cTn>
                              </p:par>
                              <p:par>
                                <p:cTn id="54" presetID="53" presetClass="exit" presetSubtype="32" fill="hold" grpId="1" nodeType="withEffect">
                                  <p:stCondLst>
                                    <p:cond delay="0"/>
                                  </p:stCondLst>
                                  <p:childTnLst>
                                    <p:anim calcmode="lin" valueType="num">
                                      <p:cBhvr>
                                        <p:cTn id="55" dur="500"/>
                                        <p:tgtEl>
                                          <p:spTgt spid="17"/>
                                        </p:tgtEl>
                                        <p:attrNameLst>
                                          <p:attrName>ppt_w</p:attrName>
                                        </p:attrNameLst>
                                      </p:cBhvr>
                                      <p:tavLst>
                                        <p:tav tm="0">
                                          <p:val>
                                            <p:strVal val="ppt_w"/>
                                          </p:val>
                                        </p:tav>
                                        <p:tav tm="100000">
                                          <p:val>
                                            <p:fltVal val="0"/>
                                          </p:val>
                                        </p:tav>
                                      </p:tavLst>
                                    </p:anim>
                                    <p:anim calcmode="lin" valueType="num">
                                      <p:cBhvr>
                                        <p:cTn id="56" dur="500"/>
                                        <p:tgtEl>
                                          <p:spTgt spid="17"/>
                                        </p:tgtEl>
                                        <p:attrNameLst>
                                          <p:attrName>ppt_h</p:attrName>
                                        </p:attrNameLst>
                                      </p:cBhvr>
                                      <p:tavLst>
                                        <p:tav tm="0">
                                          <p:val>
                                            <p:strVal val="ppt_h"/>
                                          </p:val>
                                        </p:tav>
                                        <p:tav tm="100000">
                                          <p:val>
                                            <p:fltVal val="0"/>
                                          </p:val>
                                        </p:tav>
                                      </p:tavLst>
                                    </p:anim>
                                    <p:animEffect transition="out" filter="fade">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par>
                                <p:cTn id="59" presetID="53" presetClass="exit" presetSubtype="32" fill="hold" grpId="1" nodeType="withEffect">
                                  <p:stCondLst>
                                    <p:cond delay="0"/>
                                  </p:stCondLst>
                                  <p:childTnLst>
                                    <p:anim calcmode="lin" valueType="num">
                                      <p:cBhvr>
                                        <p:cTn id="60" dur="500"/>
                                        <p:tgtEl>
                                          <p:spTgt spid="24"/>
                                        </p:tgtEl>
                                        <p:attrNameLst>
                                          <p:attrName>ppt_w</p:attrName>
                                        </p:attrNameLst>
                                      </p:cBhvr>
                                      <p:tavLst>
                                        <p:tav tm="0">
                                          <p:val>
                                            <p:strVal val="ppt_w"/>
                                          </p:val>
                                        </p:tav>
                                        <p:tav tm="100000">
                                          <p:val>
                                            <p:fltVal val="0"/>
                                          </p:val>
                                        </p:tav>
                                      </p:tavLst>
                                    </p:anim>
                                    <p:anim calcmode="lin" valueType="num">
                                      <p:cBhvr>
                                        <p:cTn id="61" dur="500"/>
                                        <p:tgtEl>
                                          <p:spTgt spid="24"/>
                                        </p:tgtEl>
                                        <p:attrNameLst>
                                          <p:attrName>ppt_h</p:attrName>
                                        </p:attrNameLst>
                                      </p:cBhvr>
                                      <p:tavLst>
                                        <p:tav tm="0">
                                          <p:val>
                                            <p:strVal val="ppt_h"/>
                                          </p:val>
                                        </p:tav>
                                        <p:tav tm="100000">
                                          <p:val>
                                            <p:fltVal val="0"/>
                                          </p:val>
                                        </p:tav>
                                      </p:tavLst>
                                    </p:anim>
                                    <p:animEffect transition="out" filter="fade">
                                      <p:cBhvr>
                                        <p:cTn id="62" dur="500"/>
                                        <p:tgtEl>
                                          <p:spTgt spid="24"/>
                                        </p:tgtEl>
                                      </p:cBhvr>
                                    </p:animEffect>
                                    <p:set>
                                      <p:cBhvr>
                                        <p:cTn id="63" dur="1" fill="hold">
                                          <p:stCondLst>
                                            <p:cond delay="499"/>
                                          </p:stCondLst>
                                        </p:cTn>
                                        <p:tgtEl>
                                          <p:spTgt spid="24"/>
                                        </p:tgtEl>
                                        <p:attrNameLst>
                                          <p:attrName>style.visibility</p:attrName>
                                        </p:attrNameLst>
                                      </p:cBhvr>
                                      <p:to>
                                        <p:strVal val="hidden"/>
                                      </p:to>
                                    </p:set>
                                  </p:childTnLst>
                                </p:cTn>
                              </p:par>
                              <p:par>
                                <p:cTn id="64" presetID="53" presetClass="exit" presetSubtype="32" fill="hold" grpId="1" nodeType="withEffect">
                                  <p:stCondLst>
                                    <p:cond delay="0"/>
                                  </p:stCondLst>
                                  <p:childTnLst>
                                    <p:anim calcmode="lin" valueType="num">
                                      <p:cBhvr>
                                        <p:cTn id="65" dur="500"/>
                                        <p:tgtEl>
                                          <p:spTgt spid="29"/>
                                        </p:tgtEl>
                                        <p:attrNameLst>
                                          <p:attrName>ppt_w</p:attrName>
                                        </p:attrNameLst>
                                      </p:cBhvr>
                                      <p:tavLst>
                                        <p:tav tm="0">
                                          <p:val>
                                            <p:strVal val="ppt_w"/>
                                          </p:val>
                                        </p:tav>
                                        <p:tav tm="100000">
                                          <p:val>
                                            <p:fltVal val="0"/>
                                          </p:val>
                                        </p:tav>
                                      </p:tavLst>
                                    </p:anim>
                                    <p:anim calcmode="lin" valueType="num">
                                      <p:cBhvr>
                                        <p:cTn id="66" dur="500"/>
                                        <p:tgtEl>
                                          <p:spTgt spid="29"/>
                                        </p:tgtEl>
                                        <p:attrNameLst>
                                          <p:attrName>ppt_h</p:attrName>
                                        </p:attrNameLst>
                                      </p:cBhvr>
                                      <p:tavLst>
                                        <p:tav tm="0">
                                          <p:val>
                                            <p:strVal val="ppt_h"/>
                                          </p:val>
                                        </p:tav>
                                        <p:tav tm="100000">
                                          <p:val>
                                            <p:fltVal val="0"/>
                                          </p:val>
                                        </p:tav>
                                      </p:tavLst>
                                    </p:anim>
                                    <p:animEffect transition="out" filter="fade">
                                      <p:cBhvr>
                                        <p:cTn id="67" dur="500"/>
                                        <p:tgtEl>
                                          <p:spTgt spid="29"/>
                                        </p:tgtEl>
                                      </p:cBhvr>
                                    </p:animEffect>
                                    <p:set>
                                      <p:cBhvr>
                                        <p:cTn id="68" dur="1" fill="hold">
                                          <p:stCondLst>
                                            <p:cond delay="499"/>
                                          </p:stCondLst>
                                        </p:cTn>
                                        <p:tgtEl>
                                          <p:spTgt spid="29"/>
                                        </p:tgtEl>
                                        <p:attrNameLst>
                                          <p:attrName>style.visibility</p:attrName>
                                        </p:attrNameLst>
                                      </p:cBhvr>
                                      <p:to>
                                        <p:strVal val="hidden"/>
                                      </p:to>
                                    </p:set>
                                  </p:childTnLst>
                                </p:cTn>
                              </p:par>
                              <p:par>
                                <p:cTn id="69" presetID="53" presetClass="exit" presetSubtype="32" fill="hold" nodeType="withEffect">
                                  <p:stCondLst>
                                    <p:cond delay="0"/>
                                  </p:stCondLst>
                                  <p:childTnLst>
                                    <p:anim calcmode="lin" valueType="num">
                                      <p:cBhvr>
                                        <p:cTn id="70" dur="500"/>
                                        <p:tgtEl>
                                          <p:spTgt spid="3"/>
                                        </p:tgtEl>
                                        <p:attrNameLst>
                                          <p:attrName>ppt_w</p:attrName>
                                        </p:attrNameLst>
                                      </p:cBhvr>
                                      <p:tavLst>
                                        <p:tav tm="0">
                                          <p:val>
                                            <p:strVal val="ppt_w"/>
                                          </p:val>
                                        </p:tav>
                                        <p:tav tm="100000">
                                          <p:val>
                                            <p:fltVal val="0"/>
                                          </p:val>
                                        </p:tav>
                                      </p:tavLst>
                                    </p:anim>
                                    <p:anim calcmode="lin" valueType="num">
                                      <p:cBhvr>
                                        <p:cTn id="71" dur="500"/>
                                        <p:tgtEl>
                                          <p:spTgt spid="3"/>
                                        </p:tgtEl>
                                        <p:attrNameLst>
                                          <p:attrName>ppt_h</p:attrName>
                                        </p:attrNameLst>
                                      </p:cBhvr>
                                      <p:tavLst>
                                        <p:tav tm="0">
                                          <p:val>
                                            <p:strVal val="ppt_h"/>
                                          </p:val>
                                        </p:tav>
                                        <p:tav tm="100000">
                                          <p:val>
                                            <p:fltVal val="0"/>
                                          </p:val>
                                        </p:tav>
                                      </p:tavLst>
                                    </p:anim>
                                    <p:animEffect transition="out" filter="fade">
                                      <p:cBhvr>
                                        <p:cTn id="72" dur="500"/>
                                        <p:tgtEl>
                                          <p:spTgt spid="3"/>
                                        </p:tgtEl>
                                      </p:cBhvr>
                                    </p:animEffect>
                                    <p:set>
                                      <p:cBhvr>
                                        <p:cTn id="73" dur="1" fill="hold">
                                          <p:stCondLst>
                                            <p:cond delay="499"/>
                                          </p:stCondLst>
                                        </p:cTn>
                                        <p:tgtEl>
                                          <p:spTgt spid="3"/>
                                        </p:tgtEl>
                                        <p:attrNameLst>
                                          <p:attrName>style.visibility</p:attrName>
                                        </p:attrNameLst>
                                      </p:cBhvr>
                                      <p:to>
                                        <p:strVal val="hidden"/>
                                      </p:to>
                                    </p:set>
                                  </p:childTnLst>
                                </p:cTn>
                              </p:par>
                              <p:par>
                                <p:cTn id="74" presetID="53" presetClass="exit" presetSubtype="32" fill="hold" nodeType="withEffect">
                                  <p:stCondLst>
                                    <p:cond delay="0"/>
                                  </p:stCondLst>
                                  <p:childTnLst>
                                    <p:anim calcmode="lin" valueType="num">
                                      <p:cBhvr>
                                        <p:cTn id="75" dur="500"/>
                                        <p:tgtEl>
                                          <p:spTgt spid="5"/>
                                        </p:tgtEl>
                                        <p:attrNameLst>
                                          <p:attrName>ppt_w</p:attrName>
                                        </p:attrNameLst>
                                      </p:cBhvr>
                                      <p:tavLst>
                                        <p:tav tm="0">
                                          <p:val>
                                            <p:strVal val="ppt_w"/>
                                          </p:val>
                                        </p:tav>
                                        <p:tav tm="100000">
                                          <p:val>
                                            <p:fltVal val="0"/>
                                          </p:val>
                                        </p:tav>
                                      </p:tavLst>
                                    </p:anim>
                                    <p:anim calcmode="lin" valueType="num">
                                      <p:cBhvr>
                                        <p:cTn id="76" dur="500"/>
                                        <p:tgtEl>
                                          <p:spTgt spid="5"/>
                                        </p:tgtEl>
                                        <p:attrNameLst>
                                          <p:attrName>ppt_h</p:attrName>
                                        </p:attrNameLst>
                                      </p:cBhvr>
                                      <p:tavLst>
                                        <p:tav tm="0">
                                          <p:val>
                                            <p:strVal val="ppt_h"/>
                                          </p:val>
                                        </p:tav>
                                        <p:tav tm="100000">
                                          <p:val>
                                            <p:fltVal val="0"/>
                                          </p:val>
                                        </p:tav>
                                      </p:tavLst>
                                    </p:anim>
                                    <p:animEffect transition="out" filter="fade">
                                      <p:cBhvr>
                                        <p:cTn id="77" dur="500"/>
                                        <p:tgtEl>
                                          <p:spTgt spid="5"/>
                                        </p:tgtEl>
                                      </p:cBhvr>
                                    </p:animEffect>
                                    <p:set>
                                      <p:cBhvr>
                                        <p:cTn id="7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7" grpId="0"/>
      <p:bldP spid="17" grpId="1"/>
      <p:bldP spid="24" grpId="0"/>
      <p:bldP spid="24" grpId="1"/>
      <p:bldP spid="29" grpId="0"/>
      <p:bldP spid="29"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a:extLst>
            <a:ext uri="{FF2B5EF4-FFF2-40B4-BE49-F238E27FC236}">
              <a16:creationId xmlns:a16="http://schemas.microsoft.com/office/drawing/2014/main" id="{51DB3F04-4A96-EE12-521A-FABB9A17132D}"/>
            </a:ext>
          </a:extLst>
        </p:cNvPr>
        <p:cNvGrpSpPr/>
        <p:nvPr/>
      </p:nvGrpSpPr>
      <p:grpSpPr>
        <a:xfrm>
          <a:off x="0" y="0"/>
          <a:ext cx="0" cy="0"/>
          <a:chOff x="0" y="0"/>
          <a:chExt cx="0" cy="0"/>
        </a:xfrm>
      </p:grpSpPr>
      <p:grpSp>
        <p:nvGrpSpPr>
          <p:cNvPr id="36" name="Group 35">
            <a:extLst>
              <a:ext uri="{FF2B5EF4-FFF2-40B4-BE49-F238E27FC236}">
                <a16:creationId xmlns:a16="http://schemas.microsoft.com/office/drawing/2014/main" id="{E4D91354-B41C-1E1B-D217-9E4D3A58E1F0}"/>
              </a:ext>
            </a:extLst>
          </p:cNvPr>
          <p:cNvGrpSpPr/>
          <p:nvPr/>
        </p:nvGrpSpPr>
        <p:grpSpPr>
          <a:xfrm>
            <a:off x="-4482729" y="411098"/>
            <a:ext cx="1385455" cy="5467186"/>
            <a:chOff x="6462468" y="714874"/>
            <a:chExt cx="1495636" cy="5191849"/>
          </a:xfrm>
        </p:grpSpPr>
        <p:pic>
          <p:nvPicPr>
            <p:cNvPr id="37" name="Picture 36">
              <a:extLst>
                <a:ext uri="{FF2B5EF4-FFF2-40B4-BE49-F238E27FC236}">
                  <a16:creationId xmlns:a16="http://schemas.microsoft.com/office/drawing/2014/main" id="{1EC286DE-D6AF-F4B4-4D36-736CF3F0C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2469" y="714874"/>
              <a:ext cx="1495634" cy="3705742"/>
            </a:xfrm>
            <a:prstGeom prst="rect">
              <a:avLst/>
            </a:prstGeom>
          </p:spPr>
        </p:pic>
        <p:pic>
          <p:nvPicPr>
            <p:cNvPr id="38" name="Picture 37">
              <a:extLst>
                <a:ext uri="{FF2B5EF4-FFF2-40B4-BE49-F238E27FC236}">
                  <a16:creationId xmlns:a16="http://schemas.microsoft.com/office/drawing/2014/main" id="{1B37E7CE-C940-DDE5-43A7-9430E6D205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2470" y="4420616"/>
              <a:ext cx="1495634" cy="581106"/>
            </a:xfrm>
            <a:prstGeom prst="rect">
              <a:avLst/>
            </a:prstGeom>
          </p:spPr>
        </p:pic>
        <p:pic>
          <p:nvPicPr>
            <p:cNvPr id="39" name="Picture 38">
              <a:extLst>
                <a:ext uri="{FF2B5EF4-FFF2-40B4-BE49-F238E27FC236}">
                  <a16:creationId xmlns:a16="http://schemas.microsoft.com/office/drawing/2014/main" id="{EACE3222-5E0E-97DE-B63C-7DB2F3DE44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62468" y="5001722"/>
              <a:ext cx="1495635" cy="905001"/>
            </a:xfrm>
            <a:prstGeom prst="rect">
              <a:avLst/>
            </a:prstGeom>
          </p:spPr>
        </p:pic>
        <p:cxnSp>
          <p:nvCxnSpPr>
            <p:cNvPr id="40" name="Straight Connector 39">
              <a:extLst>
                <a:ext uri="{FF2B5EF4-FFF2-40B4-BE49-F238E27FC236}">
                  <a16:creationId xmlns:a16="http://schemas.microsoft.com/office/drawing/2014/main" id="{01ECD3E3-A206-5D7C-F308-D7F710E192B6}"/>
                </a:ext>
              </a:extLst>
            </p:cNvPr>
            <p:cNvCxnSpPr/>
            <p:nvPr/>
          </p:nvCxnSpPr>
          <p:spPr>
            <a:xfrm>
              <a:off x="6462468" y="4328599"/>
              <a:ext cx="1495635"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51FC3617-342C-2575-14E2-CA011DA878A4}"/>
              </a:ext>
            </a:extLst>
          </p:cNvPr>
          <p:cNvGrpSpPr/>
          <p:nvPr/>
        </p:nvGrpSpPr>
        <p:grpSpPr>
          <a:xfrm>
            <a:off x="-6429788" y="-304795"/>
            <a:ext cx="1139332" cy="7108366"/>
            <a:chOff x="8744319" y="714873"/>
            <a:chExt cx="885950" cy="5639586"/>
          </a:xfrm>
        </p:grpSpPr>
        <p:pic>
          <p:nvPicPr>
            <p:cNvPr id="42" name="Picture 41">
              <a:extLst>
                <a:ext uri="{FF2B5EF4-FFF2-40B4-BE49-F238E27FC236}">
                  <a16:creationId xmlns:a16="http://schemas.microsoft.com/office/drawing/2014/main" id="{F696361B-311A-178F-E9DB-02BB9B1599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4320" y="714873"/>
              <a:ext cx="885949" cy="3972479"/>
            </a:xfrm>
            <a:prstGeom prst="rect">
              <a:avLst/>
            </a:prstGeom>
          </p:spPr>
        </p:pic>
        <p:pic>
          <p:nvPicPr>
            <p:cNvPr id="43" name="Picture 42">
              <a:extLst>
                <a:ext uri="{FF2B5EF4-FFF2-40B4-BE49-F238E27FC236}">
                  <a16:creationId xmlns:a16="http://schemas.microsoft.com/office/drawing/2014/main" id="{E1877DA1-0A71-7611-C1BC-462937E3BE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44319" y="4687352"/>
              <a:ext cx="885949" cy="790685"/>
            </a:xfrm>
            <a:prstGeom prst="rect">
              <a:avLst/>
            </a:prstGeom>
          </p:spPr>
        </p:pic>
        <p:pic>
          <p:nvPicPr>
            <p:cNvPr id="44" name="Picture 43">
              <a:extLst>
                <a:ext uri="{FF2B5EF4-FFF2-40B4-BE49-F238E27FC236}">
                  <a16:creationId xmlns:a16="http://schemas.microsoft.com/office/drawing/2014/main" id="{77D17217-41CA-BFFF-0378-3610C85B10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44319" y="5478037"/>
              <a:ext cx="885949" cy="876422"/>
            </a:xfrm>
            <a:prstGeom prst="rect">
              <a:avLst/>
            </a:prstGeom>
          </p:spPr>
        </p:pic>
        <p:cxnSp>
          <p:nvCxnSpPr>
            <p:cNvPr id="45" name="Straight Connector 44">
              <a:extLst>
                <a:ext uri="{FF2B5EF4-FFF2-40B4-BE49-F238E27FC236}">
                  <a16:creationId xmlns:a16="http://schemas.microsoft.com/office/drawing/2014/main" id="{1E50FE82-5BFE-00D3-694F-B98665EFF50A}"/>
                </a:ext>
              </a:extLst>
            </p:cNvPr>
            <p:cNvCxnSpPr/>
            <p:nvPr/>
          </p:nvCxnSpPr>
          <p:spPr>
            <a:xfrm>
              <a:off x="8744319" y="4687352"/>
              <a:ext cx="885949" cy="0"/>
            </a:xfrm>
            <a:prstGeom prst="line">
              <a:avLst/>
            </a:prstGeom>
            <a:ln w="19050">
              <a:solidFill>
                <a:schemeClr val="tx1">
                  <a:lumMod val="95000"/>
                  <a:lumOff val="5000"/>
                </a:schemeClr>
              </a:solidFill>
              <a:prstDash val="sysDash"/>
            </a:ln>
          </p:spPr>
          <p:style>
            <a:lnRef idx="1">
              <a:schemeClr val="dk1"/>
            </a:lnRef>
            <a:fillRef idx="0">
              <a:schemeClr val="dk1"/>
            </a:fillRef>
            <a:effectRef idx="0">
              <a:schemeClr val="dk1"/>
            </a:effectRef>
            <a:fontRef idx="minor">
              <a:schemeClr val="tx1"/>
            </a:fontRef>
          </p:style>
        </p:cxnSp>
      </p:grpSp>
      <p:sp>
        <p:nvSpPr>
          <p:cNvPr id="2" name="文本框 1">
            <a:extLst>
              <a:ext uri="{FF2B5EF4-FFF2-40B4-BE49-F238E27FC236}">
                <a16:creationId xmlns:a16="http://schemas.microsoft.com/office/drawing/2014/main" id="{2F211CBD-23B1-52B4-BB52-0120344BA8EA}"/>
              </a:ext>
            </a:extLst>
          </p:cNvPr>
          <p:cNvSpPr txBox="1"/>
          <p:nvPr/>
        </p:nvSpPr>
        <p:spPr>
          <a:xfrm>
            <a:off x="2645229" y="411095"/>
            <a:ext cx="7696200" cy="2523768"/>
          </a:xfrm>
          <a:prstGeom prst="rect">
            <a:avLst/>
          </a:prstGeom>
          <a:noFill/>
        </p:spPr>
        <p:txBody>
          <a:bodyPr wrap="square" rtlCol="0">
            <a:spAutoFit/>
          </a:bodyPr>
          <a:lstStyle/>
          <a:p>
            <a:r>
              <a:rPr lang="en-US" altLang="zh-CN" sz="2800" dirty="0">
                <a:solidFill>
                  <a:schemeClr val="bg1"/>
                </a:solidFill>
              </a:rPr>
              <a:t>Socioeconomic Background:</a:t>
            </a:r>
          </a:p>
          <a:p>
            <a:r>
              <a:rPr lang="en-US" altLang="zh-CN" sz="2000" dirty="0">
                <a:solidFill>
                  <a:schemeClr val="bg1"/>
                </a:solidFill>
              </a:rPr>
              <a:t>Double recession</a:t>
            </a:r>
            <a:r>
              <a:rPr lang="zh-CN" altLang="en-US" sz="2000" dirty="0">
                <a:solidFill>
                  <a:schemeClr val="bg1"/>
                </a:solidFill>
              </a:rPr>
              <a:t>：</a:t>
            </a:r>
            <a:endParaRPr lang="en-US" altLang="zh-CN" sz="2000" dirty="0">
              <a:solidFill>
                <a:schemeClr val="bg1"/>
              </a:solidFill>
            </a:endParaRPr>
          </a:p>
          <a:p>
            <a:r>
              <a:rPr lang="en-US" altLang="zh-CN" sz="2000" dirty="0">
                <a:solidFill>
                  <a:schemeClr val="bg1"/>
                </a:solidFill>
              </a:rPr>
              <a:t>     </a:t>
            </a:r>
            <a:r>
              <a:rPr lang="en-US" altLang="zh-CN" dirty="0">
                <a:solidFill>
                  <a:schemeClr val="bg1"/>
                </a:solidFill>
              </a:rPr>
              <a:t>The United States experienced two recessions (1980 and 1981-1982), mainly due to high inflation and the energy crisis in the late 1970s, when the Federal Reserve System responded by sharply raising interest rates to curb inflation, leading to a slowdown in economic activity.</a:t>
            </a:r>
          </a:p>
          <a:p>
            <a:r>
              <a:rPr lang="en-US" altLang="zh-CN" dirty="0">
                <a:solidFill>
                  <a:schemeClr val="bg1"/>
                </a:solidFill>
              </a:rPr>
              <a:t>      Unemployment reached 10.8% in 1982, the highest level since the Great Depression.</a:t>
            </a:r>
            <a:endParaRPr lang="zh-CN" altLang="en-US" dirty="0">
              <a:solidFill>
                <a:schemeClr val="bg1"/>
              </a:solidFill>
            </a:endParaRPr>
          </a:p>
        </p:txBody>
      </p:sp>
      <p:sp>
        <p:nvSpPr>
          <p:cNvPr id="3" name="文本框 2">
            <a:extLst>
              <a:ext uri="{FF2B5EF4-FFF2-40B4-BE49-F238E27FC236}">
                <a16:creationId xmlns:a16="http://schemas.microsoft.com/office/drawing/2014/main" id="{BB1FC0F1-8491-471D-18E5-D08EBB883362}"/>
              </a:ext>
            </a:extLst>
          </p:cNvPr>
          <p:cNvSpPr txBox="1"/>
          <p:nvPr/>
        </p:nvSpPr>
        <p:spPr>
          <a:xfrm>
            <a:off x="2645229" y="3051481"/>
            <a:ext cx="8978834" cy="2585323"/>
          </a:xfrm>
          <a:prstGeom prst="rect">
            <a:avLst/>
          </a:prstGeom>
          <a:noFill/>
        </p:spPr>
        <p:txBody>
          <a:bodyPr wrap="square" rtlCol="0">
            <a:spAutoFit/>
          </a:bodyPr>
          <a:lstStyle/>
          <a:p>
            <a:r>
              <a:rPr lang="en-US" altLang="zh-CN" sz="2800" dirty="0">
                <a:solidFill>
                  <a:schemeClr val="bg1"/>
                </a:solidFill>
              </a:rPr>
              <a:t>Employment impact:</a:t>
            </a:r>
          </a:p>
          <a:p>
            <a:r>
              <a:rPr lang="en-US" altLang="zh-CN" sz="2400" dirty="0">
                <a:solidFill>
                  <a:schemeClr val="bg1"/>
                </a:solidFill>
              </a:rPr>
              <a:t>  </a:t>
            </a:r>
            <a:r>
              <a:rPr lang="zh-CN" altLang="en-US" sz="2000" dirty="0">
                <a:solidFill>
                  <a:schemeClr val="bg1"/>
                </a:solidFill>
              </a:rPr>
              <a:t>①</a:t>
            </a:r>
            <a:r>
              <a:rPr lang="en-US" altLang="zh-CN" sz="2000" dirty="0">
                <a:solidFill>
                  <a:schemeClr val="bg1"/>
                </a:solidFill>
              </a:rPr>
              <a:t>Population aged 16-24</a:t>
            </a:r>
            <a:r>
              <a:rPr lang="zh-CN" altLang="en-US" sz="2000" dirty="0">
                <a:solidFill>
                  <a:schemeClr val="bg1"/>
                </a:solidFill>
              </a:rPr>
              <a:t>（      ）</a:t>
            </a:r>
            <a:endParaRPr lang="en-US" altLang="zh-CN" sz="2000" dirty="0">
              <a:solidFill>
                <a:schemeClr val="bg1"/>
              </a:solidFill>
            </a:endParaRPr>
          </a:p>
          <a:p>
            <a:r>
              <a:rPr lang="en-US" altLang="zh-CN" dirty="0">
                <a:solidFill>
                  <a:schemeClr val="bg1"/>
                </a:solidFill>
              </a:rPr>
              <a:t>The figure shows a significant downward trend, indicating that this age group is prone to unemployment during economic downturns. It is speculated whether this phenomenon is related to the lack of work experience and skills among the 16-24 age group</a:t>
            </a:r>
          </a:p>
          <a:p>
            <a:r>
              <a:rPr lang="en-US" altLang="zh-CN" dirty="0">
                <a:solidFill>
                  <a:schemeClr val="bg1"/>
                </a:solidFill>
              </a:rPr>
              <a:t>   </a:t>
            </a:r>
            <a:r>
              <a:rPr lang="zh-CN" altLang="en-US" sz="2000" dirty="0">
                <a:solidFill>
                  <a:schemeClr val="bg1"/>
                </a:solidFill>
              </a:rPr>
              <a:t>②</a:t>
            </a:r>
            <a:r>
              <a:rPr lang="en-US" altLang="zh-CN" sz="2000" dirty="0">
                <a:solidFill>
                  <a:schemeClr val="bg1"/>
                </a:solidFill>
              </a:rPr>
              <a:t>People aged 25-54</a:t>
            </a:r>
            <a:r>
              <a:rPr lang="zh-CN" altLang="en-US" sz="2000" dirty="0">
                <a:solidFill>
                  <a:schemeClr val="bg1"/>
                </a:solidFill>
              </a:rPr>
              <a:t>（       ）</a:t>
            </a:r>
            <a:endParaRPr lang="en-US" altLang="zh-CN" sz="2000" dirty="0">
              <a:solidFill>
                <a:schemeClr val="bg1"/>
              </a:solidFill>
            </a:endParaRPr>
          </a:p>
          <a:p>
            <a:r>
              <a:rPr lang="en-US" altLang="zh-CN" dirty="0">
                <a:solidFill>
                  <a:schemeClr val="bg1"/>
                </a:solidFill>
              </a:rPr>
              <a:t>Although the employment rate of the core labor group has fluctuated due to external influences, it is still at a relatively high data level and overall stable</a:t>
            </a:r>
          </a:p>
        </p:txBody>
      </p:sp>
      <p:pic>
        <p:nvPicPr>
          <p:cNvPr id="9" name="图片 8">
            <a:extLst>
              <a:ext uri="{FF2B5EF4-FFF2-40B4-BE49-F238E27FC236}">
                <a16:creationId xmlns:a16="http://schemas.microsoft.com/office/drawing/2014/main" id="{5E3463AC-7F0E-B4D1-357C-AC3FEAA324B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41755" y="516350"/>
            <a:ext cx="882308" cy="1104678"/>
          </a:xfrm>
          <a:prstGeom prst="rect">
            <a:avLst/>
          </a:prstGeom>
        </p:spPr>
      </p:pic>
      <p:grpSp>
        <p:nvGrpSpPr>
          <p:cNvPr id="10" name="组合 9">
            <a:extLst>
              <a:ext uri="{FF2B5EF4-FFF2-40B4-BE49-F238E27FC236}">
                <a16:creationId xmlns:a16="http://schemas.microsoft.com/office/drawing/2014/main" id="{DF9802A8-EBCC-5C70-822C-935D8970C9A9}"/>
              </a:ext>
            </a:extLst>
          </p:cNvPr>
          <p:cNvGrpSpPr/>
          <p:nvPr/>
        </p:nvGrpSpPr>
        <p:grpSpPr>
          <a:xfrm>
            <a:off x="-1798293" y="503958"/>
            <a:ext cx="1209846" cy="5374326"/>
            <a:chOff x="606502" y="870154"/>
            <a:chExt cx="1209846" cy="5374326"/>
          </a:xfrm>
        </p:grpSpPr>
        <p:pic>
          <p:nvPicPr>
            <p:cNvPr id="11" name="图片 10">
              <a:extLst>
                <a:ext uri="{FF2B5EF4-FFF2-40B4-BE49-F238E27FC236}">
                  <a16:creationId xmlns:a16="http://schemas.microsoft.com/office/drawing/2014/main" id="{6BF80CDD-3638-8032-AA50-15D51FD90ED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6504" y="870154"/>
              <a:ext cx="1209844" cy="3497639"/>
            </a:xfrm>
            <a:prstGeom prst="rect">
              <a:avLst/>
            </a:prstGeom>
          </p:spPr>
        </p:pic>
        <p:pic>
          <p:nvPicPr>
            <p:cNvPr id="12" name="图片 11">
              <a:extLst>
                <a:ext uri="{FF2B5EF4-FFF2-40B4-BE49-F238E27FC236}">
                  <a16:creationId xmlns:a16="http://schemas.microsoft.com/office/drawing/2014/main" id="{F5153F73-4C35-4527-FC24-31E8A088FF2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6502" y="4367793"/>
              <a:ext cx="1209845" cy="1876687"/>
            </a:xfrm>
            <a:prstGeom prst="rect">
              <a:avLst/>
            </a:prstGeom>
          </p:spPr>
        </p:pic>
        <p:cxnSp>
          <p:nvCxnSpPr>
            <p:cNvPr id="13" name="直接连接符 12">
              <a:extLst>
                <a:ext uri="{FF2B5EF4-FFF2-40B4-BE49-F238E27FC236}">
                  <a16:creationId xmlns:a16="http://schemas.microsoft.com/office/drawing/2014/main" id="{D39A0A18-12EF-4B98-6596-DB5F7E45A0C3}"/>
                </a:ext>
              </a:extLst>
            </p:cNvPr>
            <p:cNvCxnSpPr/>
            <p:nvPr/>
          </p:nvCxnSpPr>
          <p:spPr>
            <a:xfrm>
              <a:off x="606502" y="4367793"/>
              <a:ext cx="1209845" cy="0"/>
            </a:xfrm>
            <a:prstGeom prst="line">
              <a:avLst/>
            </a:prstGeom>
            <a:ln w="19050">
              <a:prstDash val="sysDash"/>
            </a:ln>
          </p:spPr>
          <p:style>
            <a:lnRef idx="1">
              <a:schemeClr val="dk1"/>
            </a:lnRef>
            <a:fillRef idx="0">
              <a:schemeClr val="dk1"/>
            </a:fillRef>
            <a:effectRef idx="0">
              <a:schemeClr val="dk1"/>
            </a:effectRef>
            <a:fontRef idx="minor">
              <a:schemeClr val="tx1"/>
            </a:fontRef>
          </p:style>
        </p:cxnSp>
      </p:grpSp>
      <p:sp>
        <p:nvSpPr>
          <p:cNvPr id="4" name="椭圆 3">
            <a:extLst>
              <a:ext uri="{FF2B5EF4-FFF2-40B4-BE49-F238E27FC236}">
                <a16:creationId xmlns:a16="http://schemas.microsoft.com/office/drawing/2014/main" id="{EE7E9030-D2E3-B6E5-D365-BCD1B173ACF2}"/>
              </a:ext>
            </a:extLst>
          </p:cNvPr>
          <p:cNvSpPr/>
          <p:nvPr/>
        </p:nvSpPr>
        <p:spPr>
          <a:xfrm>
            <a:off x="5758903" y="3609156"/>
            <a:ext cx="242225" cy="26039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1B69F00A-3163-F3EB-888A-F5DC5B51EBB7}"/>
              </a:ext>
            </a:extLst>
          </p:cNvPr>
          <p:cNvSpPr/>
          <p:nvPr/>
        </p:nvSpPr>
        <p:spPr>
          <a:xfrm>
            <a:off x="5389509" y="4702281"/>
            <a:ext cx="264401" cy="29067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1B10D3A9-3299-A57E-71DA-EAA01F2911D3}"/>
              </a:ext>
            </a:extLst>
          </p:cNvPr>
          <p:cNvGrpSpPr/>
          <p:nvPr/>
        </p:nvGrpSpPr>
        <p:grpSpPr>
          <a:xfrm>
            <a:off x="203495" y="411095"/>
            <a:ext cx="2321731" cy="5886071"/>
            <a:chOff x="103389" y="320948"/>
            <a:chExt cx="2321731" cy="5886071"/>
          </a:xfrm>
        </p:grpSpPr>
        <p:pic>
          <p:nvPicPr>
            <p:cNvPr id="14" name="图片 13">
              <a:extLst>
                <a:ext uri="{FF2B5EF4-FFF2-40B4-BE49-F238E27FC236}">
                  <a16:creationId xmlns:a16="http://schemas.microsoft.com/office/drawing/2014/main" id="{811C49A5-E011-E833-89A7-505404CCD3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3389" y="320948"/>
              <a:ext cx="2306751" cy="3602190"/>
            </a:xfrm>
            <a:prstGeom prst="rect">
              <a:avLst/>
            </a:prstGeom>
          </p:spPr>
        </p:pic>
        <p:pic>
          <p:nvPicPr>
            <p:cNvPr id="16" name="图片 15">
              <a:extLst>
                <a:ext uri="{FF2B5EF4-FFF2-40B4-BE49-F238E27FC236}">
                  <a16:creationId xmlns:a16="http://schemas.microsoft.com/office/drawing/2014/main" id="{E975547E-3BFC-D859-1990-59D5E82B1E7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3390" y="3869548"/>
              <a:ext cx="2321730" cy="2337471"/>
            </a:xfrm>
            <a:prstGeom prst="rect">
              <a:avLst/>
            </a:prstGeom>
          </p:spPr>
        </p:pic>
      </p:grpSp>
    </p:spTree>
    <p:extLst>
      <p:ext uri="{BB962C8B-B14F-4D97-AF65-F5344CB8AC3E}">
        <p14:creationId xmlns:p14="http://schemas.microsoft.com/office/powerpoint/2010/main" val="291059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p:cTn id="11" dur="500" fill="hold"/>
                                        <p:tgtEl>
                                          <p:spTgt spid="41"/>
                                        </p:tgtEl>
                                        <p:attrNameLst>
                                          <p:attrName>ppt_w</p:attrName>
                                        </p:attrNameLst>
                                      </p:cBhvr>
                                      <p:tavLst>
                                        <p:tav tm="0">
                                          <p:val>
                                            <p:fltVal val="0"/>
                                          </p:val>
                                        </p:tav>
                                        <p:tav tm="100000">
                                          <p:val>
                                            <p:strVal val="#ppt_w"/>
                                          </p:val>
                                        </p:tav>
                                      </p:tavLst>
                                    </p:anim>
                                    <p:anim calcmode="lin" valueType="num">
                                      <p:cBhvr>
                                        <p:cTn id="12" dur="500" fill="hold"/>
                                        <p:tgtEl>
                                          <p:spTgt spid="41"/>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strVal val="#ppt_w*0.70"/>
                                          </p:val>
                                        </p:tav>
                                        <p:tav tm="100000">
                                          <p:val>
                                            <p:strVal val="#ppt_w"/>
                                          </p:val>
                                        </p:tav>
                                      </p:tavLst>
                                    </p:anim>
                                    <p:anim calcmode="lin" valueType="num">
                                      <p:cBhvr>
                                        <p:cTn id="26" dur="1000" fill="hold"/>
                                        <p:tgtEl>
                                          <p:spTgt spid="9"/>
                                        </p:tgtEl>
                                        <p:attrNameLst>
                                          <p:attrName>ppt_h</p:attrName>
                                        </p:attrNameLst>
                                      </p:cBhvr>
                                      <p:tavLst>
                                        <p:tav tm="0">
                                          <p:val>
                                            <p:strVal val="#ppt_h"/>
                                          </p:val>
                                        </p:tav>
                                        <p:tav tm="100000">
                                          <p:val>
                                            <p:strVal val="#ppt_h"/>
                                          </p:val>
                                        </p:tav>
                                      </p:tavLst>
                                    </p:anim>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circle(in)">
                                      <p:cBhvr>
                                        <p:cTn id="3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100000"/>
                    </a14:imgEffect>
                  </a14:imgLayer>
                </a14:imgProps>
              </a:ext>
            </a:extLst>
          </a:blip>
          <a:srcRect/>
          <a:stretch>
            <a:fillRect t="-15000" b="-15000"/>
          </a:stretch>
        </a:blipFill>
        <a:effectLst/>
      </p:bgPr>
    </p:bg>
    <p:spTree>
      <p:nvGrpSpPr>
        <p:cNvPr id="1" name="">
          <a:extLst>
            <a:ext uri="{FF2B5EF4-FFF2-40B4-BE49-F238E27FC236}">
              <a16:creationId xmlns:a16="http://schemas.microsoft.com/office/drawing/2014/main" id="{9AE83AF5-0F08-5CA6-ACD6-03FDE01BE2AC}"/>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364D1E07-8D03-FE9E-0C7F-6E1A358B9D18}"/>
              </a:ext>
            </a:extLst>
          </p:cNvPr>
          <p:cNvGrpSpPr/>
          <p:nvPr/>
        </p:nvGrpSpPr>
        <p:grpSpPr>
          <a:xfrm>
            <a:off x="-1979015" y="465527"/>
            <a:ext cx="1385455" cy="5467186"/>
            <a:chOff x="6462468" y="714874"/>
            <a:chExt cx="1495636" cy="5191849"/>
          </a:xfrm>
        </p:grpSpPr>
        <p:pic>
          <p:nvPicPr>
            <p:cNvPr id="3" name="Picture 2">
              <a:extLst>
                <a:ext uri="{FF2B5EF4-FFF2-40B4-BE49-F238E27FC236}">
                  <a16:creationId xmlns:a16="http://schemas.microsoft.com/office/drawing/2014/main" id="{269DA546-162A-1DF9-E61F-FD6737DC27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2469" y="714874"/>
              <a:ext cx="1495634" cy="3705742"/>
            </a:xfrm>
            <a:prstGeom prst="rect">
              <a:avLst/>
            </a:prstGeom>
          </p:spPr>
        </p:pic>
        <p:pic>
          <p:nvPicPr>
            <p:cNvPr id="5" name="Picture 4">
              <a:extLst>
                <a:ext uri="{FF2B5EF4-FFF2-40B4-BE49-F238E27FC236}">
                  <a16:creationId xmlns:a16="http://schemas.microsoft.com/office/drawing/2014/main" id="{603036F3-7F83-0C50-E649-C48AA7C78A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62470" y="4420616"/>
              <a:ext cx="1495634" cy="581106"/>
            </a:xfrm>
            <a:prstGeom prst="rect">
              <a:avLst/>
            </a:prstGeom>
          </p:spPr>
        </p:pic>
        <p:pic>
          <p:nvPicPr>
            <p:cNvPr id="8" name="Picture 7">
              <a:extLst>
                <a:ext uri="{FF2B5EF4-FFF2-40B4-BE49-F238E27FC236}">
                  <a16:creationId xmlns:a16="http://schemas.microsoft.com/office/drawing/2014/main" id="{F2FEBA3A-7845-23FA-4F35-E59A11B61F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2468" y="5001722"/>
              <a:ext cx="1495635" cy="905001"/>
            </a:xfrm>
            <a:prstGeom prst="rect">
              <a:avLst/>
            </a:prstGeom>
          </p:spPr>
        </p:pic>
        <p:cxnSp>
          <p:nvCxnSpPr>
            <p:cNvPr id="10" name="Straight Connector 9">
              <a:extLst>
                <a:ext uri="{FF2B5EF4-FFF2-40B4-BE49-F238E27FC236}">
                  <a16:creationId xmlns:a16="http://schemas.microsoft.com/office/drawing/2014/main" id="{18765C23-832F-9254-CA59-C58B38F9779B}"/>
                </a:ext>
              </a:extLst>
            </p:cNvPr>
            <p:cNvCxnSpPr/>
            <p:nvPr/>
          </p:nvCxnSpPr>
          <p:spPr>
            <a:xfrm>
              <a:off x="6462468" y="4328599"/>
              <a:ext cx="1495635"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48174E2A-0513-EC33-11F1-324C8115DC1A}"/>
              </a:ext>
            </a:extLst>
          </p:cNvPr>
          <p:cNvGrpSpPr/>
          <p:nvPr/>
        </p:nvGrpSpPr>
        <p:grpSpPr>
          <a:xfrm>
            <a:off x="-3926074" y="-250366"/>
            <a:ext cx="1139332" cy="7108366"/>
            <a:chOff x="8744319" y="714873"/>
            <a:chExt cx="885950" cy="5639586"/>
          </a:xfrm>
        </p:grpSpPr>
        <p:pic>
          <p:nvPicPr>
            <p:cNvPr id="16" name="Picture 15">
              <a:extLst>
                <a:ext uri="{FF2B5EF4-FFF2-40B4-BE49-F238E27FC236}">
                  <a16:creationId xmlns:a16="http://schemas.microsoft.com/office/drawing/2014/main" id="{C1374FEC-FD89-0AA0-2376-05690CAD46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44320" y="714873"/>
              <a:ext cx="885949" cy="3972479"/>
            </a:xfrm>
            <a:prstGeom prst="rect">
              <a:avLst/>
            </a:prstGeom>
          </p:spPr>
        </p:pic>
        <p:pic>
          <p:nvPicPr>
            <p:cNvPr id="20" name="Picture 19">
              <a:extLst>
                <a:ext uri="{FF2B5EF4-FFF2-40B4-BE49-F238E27FC236}">
                  <a16:creationId xmlns:a16="http://schemas.microsoft.com/office/drawing/2014/main" id="{9E4139F5-A1C5-AB92-9AD7-08183C8D1F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44319" y="4687352"/>
              <a:ext cx="885949" cy="790685"/>
            </a:xfrm>
            <a:prstGeom prst="rect">
              <a:avLst/>
            </a:prstGeom>
          </p:spPr>
        </p:pic>
        <p:pic>
          <p:nvPicPr>
            <p:cNvPr id="24" name="Picture 23">
              <a:extLst>
                <a:ext uri="{FF2B5EF4-FFF2-40B4-BE49-F238E27FC236}">
                  <a16:creationId xmlns:a16="http://schemas.microsoft.com/office/drawing/2014/main" id="{759A147A-2D67-44F3-AF22-836BAF8850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44319" y="5478037"/>
              <a:ext cx="885949" cy="876422"/>
            </a:xfrm>
            <a:prstGeom prst="rect">
              <a:avLst/>
            </a:prstGeom>
          </p:spPr>
        </p:pic>
        <p:cxnSp>
          <p:nvCxnSpPr>
            <p:cNvPr id="26" name="Straight Connector 25">
              <a:extLst>
                <a:ext uri="{FF2B5EF4-FFF2-40B4-BE49-F238E27FC236}">
                  <a16:creationId xmlns:a16="http://schemas.microsoft.com/office/drawing/2014/main" id="{1734861E-7884-4342-205A-FDC7CDD0B23B}"/>
                </a:ext>
              </a:extLst>
            </p:cNvPr>
            <p:cNvCxnSpPr/>
            <p:nvPr/>
          </p:nvCxnSpPr>
          <p:spPr>
            <a:xfrm>
              <a:off x="8744319" y="4687352"/>
              <a:ext cx="885949" cy="0"/>
            </a:xfrm>
            <a:prstGeom prst="line">
              <a:avLst/>
            </a:prstGeom>
            <a:ln w="19050">
              <a:solidFill>
                <a:schemeClr val="tx1">
                  <a:lumMod val="95000"/>
                  <a:lumOff val="5000"/>
                </a:schemeClr>
              </a:solidFill>
              <a:prstDash val="sysDash"/>
            </a:ln>
          </p:spPr>
          <p:style>
            <a:lnRef idx="1">
              <a:schemeClr val="dk1"/>
            </a:lnRef>
            <a:fillRef idx="0">
              <a:schemeClr val="dk1"/>
            </a:fillRef>
            <a:effectRef idx="0">
              <a:schemeClr val="dk1"/>
            </a:effectRef>
            <a:fontRef idx="minor">
              <a:schemeClr val="tx1"/>
            </a:fontRef>
          </p:style>
        </p:cxnSp>
      </p:grpSp>
      <p:sp>
        <p:nvSpPr>
          <p:cNvPr id="2" name="文本框 1">
            <a:extLst>
              <a:ext uri="{FF2B5EF4-FFF2-40B4-BE49-F238E27FC236}">
                <a16:creationId xmlns:a16="http://schemas.microsoft.com/office/drawing/2014/main" id="{912B58C5-09B4-FB27-2F14-0B3A3DD81375}"/>
              </a:ext>
            </a:extLst>
          </p:cNvPr>
          <p:cNvSpPr txBox="1"/>
          <p:nvPr/>
        </p:nvSpPr>
        <p:spPr>
          <a:xfrm>
            <a:off x="2123079" y="220537"/>
            <a:ext cx="8597288" cy="3693319"/>
          </a:xfrm>
          <a:prstGeom prst="rect">
            <a:avLst/>
          </a:prstGeom>
          <a:noFill/>
        </p:spPr>
        <p:txBody>
          <a:bodyPr wrap="square" rtlCol="0">
            <a:spAutoFit/>
          </a:bodyPr>
          <a:lstStyle/>
          <a:p>
            <a:r>
              <a:rPr lang="en-US" altLang="zh-CN" sz="2800" dirty="0">
                <a:solidFill>
                  <a:schemeClr val="bg1"/>
                </a:solidFill>
              </a:rPr>
              <a:t>Socioeconomic Background:</a:t>
            </a:r>
          </a:p>
          <a:p>
            <a:r>
              <a:rPr lang="zh-CN" altLang="en-US" sz="2000" dirty="0">
                <a:solidFill>
                  <a:schemeClr val="bg1"/>
                </a:solidFill>
              </a:rPr>
              <a:t>①</a:t>
            </a:r>
            <a:r>
              <a:rPr lang="en-US" altLang="zh-CN" sz="2000" dirty="0">
                <a:solidFill>
                  <a:schemeClr val="bg1"/>
                </a:solidFill>
              </a:rPr>
              <a:t>Internet foam burst</a:t>
            </a:r>
          </a:p>
          <a:p>
            <a:r>
              <a:rPr lang="en-US" altLang="zh-CN" sz="2000" dirty="0">
                <a:solidFill>
                  <a:schemeClr val="bg1"/>
                </a:solidFill>
              </a:rPr>
              <a:t>    </a:t>
            </a:r>
            <a:r>
              <a:rPr lang="en-US" altLang="zh-CN" dirty="0">
                <a:solidFill>
                  <a:schemeClr val="bg1"/>
                </a:solidFill>
              </a:rPr>
              <a:t>In 2000, the stock market crash of the Internet industry in the United States led to the bankruptcy of a large number of technology companies.</a:t>
            </a:r>
          </a:p>
          <a:p>
            <a:r>
              <a:rPr lang="en-US" altLang="zh-CN" dirty="0">
                <a:solidFill>
                  <a:schemeClr val="bg1"/>
                </a:solidFill>
              </a:rPr>
              <a:t>    The sharp decline in job demand in the IT industry has made it more difficult for young people who have just graduated or entered the workforce to find employment.</a:t>
            </a:r>
          </a:p>
          <a:p>
            <a:r>
              <a:rPr lang="zh-CN" altLang="en-US" dirty="0">
                <a:solidFill>
                  <a:schemeClr val="bg1"/>
                </a:solidFill>
              </a:rPr>
              <a:t>②</a:t>
            </a:r>
            <a:r>
              <a:rPr lang="en-US" altLang="zh-CN" dirty="0">
                <a:solidFill>
                  <a:schemeClr val="bg1"/>
                </a:solidFill>
              </a:rPr>
              <a:t> The 2001 economic recession:</a:t>
            </a:r>
          </a:p>
          <a:p>
            <a:r>
              <a:rPr lang="en-US" altLang="zh-CN" sz="2000" dirty="0">
                <a:solidFill>
                  <a:schemeClr val="bg1"/>
                </a:solidFill>
              </a:rPr>
              <a:t> </a:t>
            </a:r>
            <a:r>
              <a:rPr lang="en-US" altLang="zh-CN" dirty="0">
                <a:solidFill>
                  <a:schemeClr val="bg1"/>
                </a:solidFill>
              </a:rPr>
              <a:t>    Affected by the bursting of the dot-com bubble, 9/11, and corporate financial scandals (such as Enron incident), the unemployment rate reached 6% in 2003</a:t>
            </a:r>
          </a:p>
          <a:p>
            <a:r>
              <a:rPr lang="zh-CN" altLang="en-US" sz="2000" dirty="0">
                <a:solidFill>
                  <a:schemeClr val="bg1"/>
                </a:solidFill>
              </a:rPr>
              <a:t>③</a:t>
            </a:r>
            <a:r>
              <a:rPr lang="en-US" altLang="zh-CN" sz="2000" dirty="0">
                <a:solidFill>
                  <a:schemeClr val="bg1"/>
                </a:solidFill>
              </a:rPr>
              <a:t> Intensifying globalization:</a:t>
            </a:r>
          </a:p>
          <a:p>
            <a:r>
              <a:rPr lang="en-US" altLang="zh-CN" dirty="0">
                <a:solidFill>
                  <a:schemeClr val="bg1"/>
                </a:solidFill>
              </a:rPr>
              <a:t>      Manufacturing outsourcing, especially in China and Mexico, has affected the number of blue collar jobs available</a:t>
            </a:r>
          </a:p>
        </p:txBody>
      </p:sp>
      <p:pic>
        <p:nvPicPr>
          <p:cNvPr id="4" name="图片 3">
            <a:extLst>
              <a:ext uri="{FF2B5EF4-FFF2-40B4-BE49-F238E27FC236}">
                <a16:creationId xmlns:a16="http://schemas.microsoft.com/office/drawing/2014/main" id="{4F93210A-F298-F50C-698F-60B8783F762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41755" y="516350"/>
            <a:ext cx="882308" cy="1104678"/>
          </a:xfrm>
          <a:prstGeom prst="rect">
            <a:avLst/>
          </a:prstGeom>
        </p:spPr>
      </p:pic>
      <p:sp>
        <p:nvSpPr>
          <p:cNvPr id="6" name="文本框 2">
            <a:extLst>
              <a:ext uri="{FF2B5EF4-FFF2-40B4-BE49-F238E27FC236}">
                <a16:creationId xmlns:a16="http://schemas.microsoft.com/office/drawing/2014/main" id="{BB1FC0F1-8491-471D-18E5-D08EBB883362}"/>
              </a:ext>
            </a:extLst>
          </p:cNvPr>
          <p:cNvSpPr txBox="1"/>
          <p:nvPr/>
        </p:nvSpPr>
        <p:spPr>
          <a:xfrm>
            <a:off x="2123079" y="4190855"/>
            <a:ext cx="8978834" cy="19082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rPr>
              <a:t>Employment impact:</a:t>
            </a:r>
          </a:p>
          <a:p>
            <a:r>
              <a:rPr lang="en-US" altLang="zh-CN" sz="1600" dirty="0">
                <a:solidFill>
                  <a:schemeClr val="bg1"/>
                </a:solidFill>
              </a:rPr>
              <a:t>       </a:t>
            </a:r>
            <a:r>
              <a:rPr lang="en-US" altLang="zh-CN" dirty="0">
                <a:solidFill>
                  <a:schemeClr val="bg1"/>
                </a:solidFill>
              </a:rPr>
              <a:t>From 2000 to 2003, the employment rate of the younger group decreased more significantly, and in 2002, the employment rate of the 55-64 age group exceeded that of the 16-24 age group. From the social context, it can be inferred that during this period, technology and emerging technology companies experienced a decline, and it may be speculated that young people took on the majority of technology positions</a:t>
            </a:r>
          </a:p>
        </p:txBody>
      </p:sp>
      <p:grpSp>
        <p:nvGrpSpPr>
          <p:cNvPr id="29" name="组合 28">
            <a:extLst>
              <a:ext uri="{FF2B5EF4-FFF2-40B4-BE49-F238E27FC236}">
                <a16:creationId xmlns:a16="http://schemas.microsoft.com/office/drawing/2014/main" id="{F4497C71-B9E3-FD89-2FCA-E273BC3FA8B1}"/>
              </a:ext>
            </a:extLst>
          </p:cNvPr>
          <p:cNvGrpSpPr/>
          <p:nvPr/>
        </p:nvGrpSpPr>
        <p:grpSpPr>
          <a:xfrm>
            <a:off x="410350" y="516350"/>
            <a:ext cx="1209846" cy="5374326"/>
            <a:chOff x="606502" y="870154"/>
            <a:chExt cx="1209846" cy="5374326"/>
          </a:xfrm>
        </p:grpSpPr>
        <p:pic>
          <p:nvPicPr>
            <p:cNvPr id="14" name="图片 13">
              <a:extLst>
                <a:ext uri="{FF2B5EF4-FFF2-40B4-BE49-F238E27FC236}">
                  <a16:creationId xmlns:a16="http://schemas.microsoft.com/office/drawing/2014/main" id="{447CF3E2-BC1B-9135-033D-A7791BC4847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6504" y="870154"/>
              <a:ext cx="1209844" cy="3497639"/>
            </a:xfrm>
            <a:prstGeom prst="rect">
              <a:avLst/>
            </a:prstGeom>
          </p:spPr>
        </p:pic>
        <p:pic>
          <p:nvPicPr>
            <p:cNvPr id="22" name="图片 21">
              <a:extLst>
                <a:ext uri="{FF2B5EF4-FFF2-40B4-BE49-F238E27FC236}">
                  <a16:creationId xmlns:a16="http://schemas.microsoft.com/office/drawing/2014/main" id="{C6DFD0B9-0BB6-8A16-2B8D-64C98596E96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06502" y="4367793"/>
              <a:ext cx="1209845" cy="1876687"/>
            </a:xfrm>
            <a:prstGeom prst="rect">
              <a:avLst/>
            </a:prstGeom>
          </p:spPr>
        </p:pic>
        <p:cxnSp>
          <p:nvCxnSpPr>
            <p:cNvPr id="28" name="直接连接符 27">
              <a:extLst>
                <a:ext uri="{FF2B5EF4-FFF2-40B4-BE49-F238E27FC236}">
                  <a16:creationId xmlns:a16="http://schemas.microsoft.com/office/drawing/2014/main" id="{0DE71999-EBD4-6082-14B7-750B5BEA3BB8}"/>
                </a:ext>
              </a:extLst>
            </p:cNvPr>
            <p:cNvCxnSpPr/>
            <p:nvPr/>
          </p:nvCxnSpPr>
          <p:spPr>
            <a:xfrm>
              <a:off x="606502" y="4367793"/>
              <a:ext cx="1209845" cy="0"/>
            </a:xfrm>
            <a:prstGeom prst="line">
              <a:avLst/>
            </a:prstGeom>
            <a:ln w="19050">
              <a:prstDash val="sysDash"/>
            </a:ln>
          </p:spPr>
          <p:style>
            <a:lnRef idx="1">
              <a:schemeClr val="dk1"/>
            </a:lnRef>
            <a:fillRef idx="0">
              <a:schemeClr val="dk1"/>
            </a:fillRef>
            <a:effectRef idx="0">
              <a:schemeClr val="dk1"/>
            </a:effectRef>
            <a:fontRef idx="minor">
              <a:schemeClr val="tx1"/>
            </a:fontRef>
          </p:style>
        </p:cxnSp>
      </p:grpSp>
      <p:grpSp>
        <p:nvGrpSpPr>
          <p:cNvPr id="9" name="组合 8">
            <a:extLst>
              <a:ext uri="{FF2B5EF4-FFF2-40B4-BE49-F238E27FC236}">
                <a16:creationId xmlns:a16="http://schemas.microsoft.com/office/drawing/2014/main" id="{D6C526DD-14E9-F2A3-640A-8F887E7C76BB}"/>
              </a:ext>
            </a:extLst>
          </p:cNvPr>
          <p:cNvGrpSpPr/>
          <p:nvPr/>
        </p:nvGrpSpPr>
        <p:grpSpPr>
          <a:xfrm>
            <a:off x="-7017386" y="212999"/>
            <a:ext cx="2321731" cy="5886071"/>
            <a:chOff x="103389" y="320948"/>
            <a:chExt cx="2321731" cy="5886071"/>
          </a:xfrm>
        </p:grpSpPr>
        <p:pic>
          <p:nvPicPr>
            <p:cNvPr id="17" name="图片 16">
              <a:extLst>
                <a:ext uri="{FF2B5EF4-FFF2-40B4-BE49-F238E27FC236}">
                  <a16:creationId xmlns:a16="http://schemas.microsoft.com/office/drawing/2014/main" id="{C442E846-4B5A-D10E-59EA-B22286BD179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3389" y="320948"/>
              <a:ext cx="2306751" cy="3602190"/>
            </a:xfrm>
            <a:prstGeom prst="rect">
              <a:avLst/>
            </a:prstGeom>
          </p:spPr>
        </p:pic>
        <p:pic>
          <p:nvPicPr>
            <p:cNvPr id="18" name="图片 17">
              <a:extLst>
                <a:ext uri="{FF2B5EF4-FFF2-40B4-BE49-F238E27FC236}">
                  <a16:creationId xmlns:a16="http://schemas.microsoft.com/office/drawing/2014/main" id="{2F2BBD3F-7735-56DD-737A-9329DDECB20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3390" y="3869548"/>
              <a:ext cx="2321730" cy="2337471"/>
            </a:xfrm>
            <a:prstGeom prst="rect">
              <a:avLst/>
            </a:prstGeom>
          </p:spPr>
        </p:pic>
      </p:grpSp>
    </p:spTree>
    <p:extLst>
      <p:ext uri="{BB962C8B-B14F-4D97-AF65-F5344CB8AC3E}">
        <p14:creationId xmlns:p14="http://schemas.microsoft.com/office/powerpoint/2010/main" val="597351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F6069E61-4534-EB67-B112-BE1D4CC64050}"/>
              </a:ext>
            </a:extLst>
          </p:cNvPr>
          <p:cNvGrpSpPr/>
          <p:nvPr/>
        </p:nvGrpSpPr>
        <p:grpSpPr>
          <a:xfrm>
            <a:off x="-4540993" y="137128"/>
            <a:ext cx="1396539" cy="6392475"/>
            <a:chOff x="1117289" y="388302"/>
            <a:chExt cx="1200318" cy="4839375"/>
          </a:xfrm>
        </p:grpSpPr>
        <p:pic>
          <p:nvPicPr>
            <p:cNvPr id="6" name="图片 5">
              <a:extLst>
                <a:ext uri="{FF2B5EF4-FFF2-40B4-BE49-F238E27FC236}">
                  <a16:creationId xmlns:a16="http://schemas.microsoft.com/office/drawing/2014/main" id="{92D8EFDF-13A3-7242-4F65-2E4D444D3C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289" y="388302"/>
              <a:ext cx="1190791" cy="2924583"/>
            </a:xfrm>
            <a:prstGeom prst="rect">
              <a:avLst/>
            </a:prstGeom>
          </p:spPr>
        </p:pic>
        <p:pic>
          <p:nvPicPr>
            <p:cNvPr id="7" name="图片 6">
              <a:extLst>
                <a:ext uri="{FF2B5EF4-FFF2-40B4-BE49-F238E27FC236}">
                  <a16:creationId xmlns:a16="http://schemas.microsoft.com/office/drawing/2014/main" id="{A57A637E-2560-4758-CEFF-FE379B7187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7289" y="3312885"/>
              <a:ext cx="1200318" cy="1914792"/>
            </a:xfrm>
            <a:prstGeom prst="rect">
              <a:avLst/>
            </a:prstGeom>
          </p:spPr>
        </p:pic>
        <p:cxnSp>
          <p:nvCxnSpPr>
            <p:cNvPr id="8" name="直接连接符 7">
              <a:extLst>
                <a:ext uri="{FF2B5EF4-FFF2-40B4-BE49-F238E27FC236}">
                  <a16:creationId xmlns:a16="http://schemas.microsoft.com/office/drawing/2014/main" id="{6519758B-4DC0-8F78-032F-2BB9638502A8}"/>
                </a:ext>
              </a:extLst>
            </p:cNvPr>
            <p:cNvCxnSpPr>
              <a:cxnSpLocks/>
            </p:cNvCxnSpPr>
            <p:nvPr/>
          </p:nvCxnSpPr>
          <p:spPr>
            <a:xfrm>
              <a:off x="1117289" y="3312885"/>
              <a:ext cx="1200318"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13" name="Group 11">
            <a:extLst>
              <a:ext uri="{FF2B5EF4-FFF2-40B4-BE49-F238E27FC236}">
                <a16:creationId xmlns:a16="http://schemas.microsoft.com/office/drawing/2014/main" id="{BA304B75-8914-8870-CA16-AED56A4154B9}"/>
              </a:ext>
            </a:extLst>
          </p:cNvPr>
          <p:cNvGrpSpPr/>
          <p:nvPr/>
        </p:nvGrpSpPr>
        <p:grpSpPr>
          <a:xfrm>
            <a:off x="514922" y="516350"/>
            <a:ext cx="1385455" cy="5467186"/>
            <a:chOff x="6462468" y="714874"/>
            <a:chExt cx="1495636" cy="5191849"/>
          </a:xfrm>
        </p:grpSpPr>
        <p:pic>
          <p:nvPicPr>
            <p:cNvPr id="14" name="Picture 2">
              <a:extLst>
                <a:ext uri="{FF2B5EF4-FFF2-40B4-BE49-F238E27FC236}">
                  <a16:creationId xmlns:a16="http://schemas.microsoft.com/office/drawing/2014/main" id="{3B09A78E-26A7-D5E9-492A-F518F20718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2469" y="714874"/>
              <a:ext cx="1495634" cy="3705742"/>
            </a:xfrm>
            <a:prstGeom prst="rect">
              <a:avLst/>
            </a:prstGeom>
          </p:spPr>
        </p:pic>
        <p:pic>
          <p:nvPicPr>
            <p:cNvPr id="15" name="Picture 4">
              <a:extLst>
                <a:ext uri="{FF2B5EF4-FFF2-40B4-BE49-F238E27FC236}">
                  <a16:creationId xmlns:a16="http://schemas.microsoft.com/office/drawing/2014/main" id="{FB5B64A6-963B-25E0-0603-DBB67BBC71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62470" y="4420616"/>
              <a:ext cx="1495634" cy="581106"/>
            </a:xfrm>
            <a:prstGeom prst="rect">
              <a:avLst/>
            </a:prstGeom>
          </p:spPr>
        </p:pic>
        <p:pic>
          <p:nvPicPr>
            <p:cNvPr id="16" name="Picture 7">
              <a:extLst>
                <a:ext uri="{FF2B5EF4-FFF2-40B4-BE49-F238E27FC236}">
                  <a16:creationId xmlns:a16="http://schemas.microsoft.com/office/drawing/2014/main" id="{BF457DA0-201F-47AF-2E4C-CB69B319D30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62468" y="5001722"/>
              <a:ext cx="1495635" cy="905001"/>
            </a:xfrm>
            <a:prstGeom prst="rect">
              <a:avLst/>
            </a:prstGeom>
          </p:spPr>
        </p:pic>
        <p:cxnSp>
          <p:nvCxnSpPr>
            <p:cNvPr id="17" name="Straight Connector 9">
              <a:extLst>
                <a:ext uri="{FF2B5EF4-FFF2-40B4-BE49-F238E27FC236}">
                  <a16:creationId xmlns:a16="http://schemas.microsoft.com/office/drawing/2014/main" id="{B1E0BA14-988B-84B8-2AD4-4ED872F24DC2}"/>
                </a:ext>
              </a:extLst>
            </p:cNvPr>
            <p:cNvCxnSpPr/>
            <p:nvPr/>
          </p:nvCxnSpPr>
          <p:spPr>
            <a:xfrm>
              <a:off x="6462468" y="4328599"/>
              <a:ext cx="1495635"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23" name="Group 26">
            <a:extLst>
              <a:ext uri="{FF2B5EF4-FFF2-40B4-BE49-F238E27FC236}">
                <a16:creationId xmlns:a16="http://schemas.microsoft.com/office/drawing/2014/main" id="{F599A93F-F7EB-2719-5E21-333EA1610279}"/>
              </a:ext>
            </a:extLst>
          </p:cNvPr>
          <p:cNvGrpSpPr/>
          <p:nvPr/>
        </p:nvGrpSpPr>
        <p:grpSpPr>
          <a:xfrm>
            <a:off x="-1846072" y="232725"/>
            <a:ext cx="1139332" cy="6666806"/>
            <a:chOff x="8744319" y="714873"/>
            <a:chExt cx="885950" cy="5639586"/>
          </a:xfrm>
        </p:grpSpPr>
        <p:pic>
          <p:nvPicPr>
            <p:cNvPr id="24" name="Picture 15">
              <a:extLst>
                <a:ext uri="{FF2B5EF4-FFF2-40B4-BE49-F238E27FC236}">
                  <a16:creationId xmlns:a16="http://schemas.microsoft.com/office/drawing/2014/main" id="{1B1B66B3-279E-53ED-E19F-9AD39B48462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44320" y="714873"/>
              <a:ext cx="885949" cy="3972479"/>
            </a:xfrm>
            <a:prstGeom prst="rect">
              <a:avLst/>
            </a:prstGeom>
          </p:spPr>
        </p:pic>
        <p:pic>
          <p:nvPicPr>
            <p:cNvPr id="25" name="Picture 19">
              <a:extLst>
                <a:ext uri="{FF2B5EF4-FFF2-40B4-BE49-F238E27FC236}">
                  <a16:creationId xmlns:a16="http://schemas.microsoft.com/office/drawing/2014/main" id="{0C9EFE36-8038-F130-2CBA-CB19E26CDC2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44319" y="4687352"/>
              <a:ext cx="885949" cy="790685"/>
            </a:xfrm>
            <a:prstGeom prst="rect">
              <a:avLst/>
            </a:prstGeom>
          </p:spPr>
        </p:pic>
        <p:pic>
          <p:nvPicPr>
            <p:cNvPr id="26" name="Picture 23">
              <a:extLst>
                <a:ext uri="{FF2B5EF4-FFF2-40B4-BE49-F238E27FC236}">
                  <a16:creationId xmlns:a16="http://schemas.microsoft.com/office/drawing/2014/main" id="{24C091CD-A2C3-091B-B4DA-E8F89DE288A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44319" y="5478037"/>
              <a:ext cx="885949" cy="876422"/>
            </a:xfrm>
            <a:prstGeom prst="rect">
              <a:avLst/>
            </a:prstGeom>
          </p:spPr>
        </p:pic>
        <p:cxnSp>
          <p:nvCxnSpPr>
            <p:cNvPr id="27" name="Straight Connector 25">
              <a:extLst>
                <a:ext uri="{FF2B5EF4-FFF2-40B4-BE49-F238E27FC236}">
                  <a16:creationId xmlns:a16="http://schemas.microsoft.com/office/drawing/2014/main" id="{4B975C74-1D53-5967-30F6-5508F38C8190}"/>
                </a:ext>
              </a:extLst>
            </p:cNvPr>
            <p:cNvCxnSpPr/>
            <p:nvPr/>
          </p:nvCxnSpPr>
          <p:spPr>
            <a:xfrm>
              <a:off x="8744319" y="4687352"/>
              <a:ext cx="885949" cy="0"/>
            </a:xfrm>
            <a:prstGeom prst="line">
              <a:avLst/>
            </a:prstGeom>
            <a:ln w="19050">
              <a:solidFill>
                <a:schemeClr val="tx1">
                  <a:lumMod val="95000"/>
                  <a:lumOff val="5000"/>
                </a:schemeClr>
              </a:solidFill>
              <a:prstDash val="sysDash"/>
            </a:ln>
          </p:spPr>
          <p:style>
            <a:lnRef idx="1">
              <a:schemeClr val="dk1"/>
            </a:lnRef>
            <a:fillRef idx="0">
              <a:schemeClr val="dk1"/>
            </a:fillRef>
            <a:effectRef idx="0">
              <a:schemeClr val="dk1"/>
            </a:effectRef>
            <a:fontRef idx="minor">
              <a:schemeClr val="tx1"/>
            </a:fontRef>
          </p:style>
        </p:cxnSp>
      </p:grpSp>
      <p:grpSp>
        <p:nvGrpSpPr>
          <p:cNvPr id="28" name="组合 27">
            <a:extLst>
              <a:ext uri="{FF2B5EF4-FFF2-40B4-BE49-F238E27FC236}">
                <a16:creationId xmlns:a16="http://schemas.microsoft.com/office/drawing/2014/main" id="{F4497C71-B9E3-FD89-2FCA-E273BC3FA8B1}"/>
              </a:ext>
            </a:extLst>
          </p:cNvPr>
          <p:cNvGrpSpPr/>
          <p:nvPr/>
        </p:nvGrpSpPr>
        <p:grpSpPr>
          <a:xfrm>
            <a:off x="-7060306" y="1155277"/>
            <a:ext cx="1209846" cy="5374326"/>
            <a:chOff x="606502" y="870154"/>
            <a:chExt cx="1209846" cy="5374326"/>
          </a:xfrm>
        </p:grpSpPr>
        <p:pic>
          <p:nvPicPr>
            <p:cNvPr id="29" name="图片 28">
              <a:extLst>
                <a:ext uri="{FF2B5EF4-FFF2-40B4-BE49-F238E27FC236}">
                  <a16:creationId xmlns:a16="http://schemas.microsoft.com/office/drawing/2014/main" id="{447CF3E2-BC1B-9135-033D-A7791BC4847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06504" y="870154"/>
              <a:ext cx="1209844" cy="3497639"/>
            </a:xfrm>
            <a:prstGeom prst="rect">
              <a:avLst/>
            </a:prstGeom>
          </p:spPr>
        </p:pic>
        <p:pic>
          <p:nvPicPr>
            <p:cNvPr id="30" name="图片 29">
              <a:extLst>
                <a:ext uri="{FF2B5EF4-FFF2-40B4-BE49-F238E27FC236}">
                  <a16:creationId xmlns:a16="http://schemas.microsoft.com/office/drawing/2014/main" id="{C6DFD0B9-0BB6-8A16-2B8D-64C98596E96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6502" y="4367793"/>
              <a:ext cx="1209845" cy="1876687"/>
            </a:xfrm>
            <a:prstGeom prst="rect">
              <a:avLst/>
            </a:prstGeom>
          </p:spPr>
        </p:pic>
        <p:cxnSp>
          <p:nvCxnSpPr>
            <p:cNvPr id="31" name="直接连接符 30">
              <a:extLst>
                <a:ext uri="{FF2B5EF4-FFF2-40B4-BE49-F238E27FC236}">
                  <a16:creationId xmlns:a16="http://schemas.microsoft.com/office/drawing/2014/main" id="{0DE71999-EBD4-6082-14B7-750B5BEA3BB8}"/>
                </a:ext>
              </a:extLst>
            </p:cNvPr>
            <p:cNvCxnSpPr/>
            <p:nvPr/>
          </p:nvCxnSpPr>
          <p:spPr>
            <a:xfrm>
              <a:off x="606502" y="4367793"/>
              <a:ext cx="1209845" cy="0"/>
            </a:xfrm>
            <a:prstGeom prst="line">
              <a:avLst/>
            </a:prstGeom>
            <a:ln w="19050">
              <a:prstDash val="sysDash"/>
            </a:ln>
          </p:spPr>
          <p:style>
            <a:lnRef idx="1">
              <a:schemeClr val="dk1"/>
            </a:lnRef>
            <a:fillRef idx="0">
              <a:schemeClr val="dk1"/>
            </a:fillRef>
            <a:effectRef idx="0">
              <a:schemeClr val="dk1"/>
            </a:effectRef>
            <a:fontRef idx="minor">
              <a:schemeClr val="tx1"/>
            </a:fontRef>
          </p:style>
        </p:cxnSp>
      </p:grpSp>
      <p:sp>
        <p:nvSpPr>
          <p:cNvPr id="3" name="文本框 2">
            <a:extLst>
              <a:ext uri="{FF2B5EF4-FFF2-40B4-BE49-F238E27FC236}">
                <a16:creationId xmlns:a16="http://schemas.microsoft.com/office/drawing/2014/main" id="{8D7999F3-42EE-449F-4785-F7C1EC3EE746}"/>
              </a:ext>
            </a:extLst>
          </p:cNvPr>
          <p:cNvSpPr txBox="1"/>
          <p:nvPr/>
        </p:nvSpPr>
        <p:spPr>
          <a:xfrm>
            <a:off x="2113415" y="516350"/>
            <a:ext cx="6603818" cy="2664317"/>
          </a:xfrm>
          <a:prstGeom prst="rect">
            <a:avLst/>
          </a:prstGeom>
          <a:noFill/>
        </p:spPr>
        <p:txBody>
          <a:bodyPr wrap="square" rtlCol="0">
            <a:spAutoFit/>
          </a:bodyPr>
          <a:lstStyle/>
          <a:p>
            <a:r>
              <a:rPr lang="en-US" altLang="zh-CN" sz="2800" dirty="0">
                <a:solidFill>
                  <a:schemeClr val="bg1"/>
                </a:solidFill>
              </a:rPr>
              <a:t>Socioeconomic Background:</a:t>
            </a:r>
          </a:p>
          <a:p>
            <a:r>
              <a:rPr lang="en-US" altLang="zh-CN" sz="2000" dirty="0">
                <a:solidFill>
                  <a:schemeClr val="bg1"/>
                </a:solidFill>
              </a:rPr>
              <a:t> </a:t>
            </a:r>
            <a:r>
              <a:rPr lang="zh-CN" altLang="en-US" sz="2000" dirty="0">
                <a:solidFill>
                  <a:schemeClr val="bg1"/>
                </a:solidFill>
              </a:rPr>
              <a:t>①</a:t>
            </a:r>
            <a:r>
              <a:rPr lang="en-US" altLang="zh-CN" sz="2000" dirty="0">
                <a:solidFill>
                  <a:schemeClr val="bg1"/>
                </a:solidFill>
              </a:rPr>
              <a:t>Global Financial Crisis (2008)</a:t>
            </a:r>
          </a:p>
          <a:p>
            <a:r>
              <a:rPr lang="en-US" altLang="zh-CN" sz="2000" dirty="0">
                <a:solidFill>
                  <a:schemeClr val="bg1"/>
                </a:solidFill>
              </a:rPr>
              <a:t>       </a:t>
            </a:r>
            <a:r>
              <a:rPr lang="en-US" altLang="zh-CN" dirty="0">
                <a:solidFill>
                  <a:schemeClr val="bg1"/>
                </a:solidFill>
              </a:rPr>
              <a:t>The subprime mortgage crisis in the United States triggered a global economic crisis. The unemployment rate reached 10% in 2009, the highest level since the 1980s</a:t>
            </a:r>
            <a:r>
              <a:rPr lang="en-US" altLang="zh-CN" sz="2000" dirty="0">
                <a:solidFill>
                  <a:schemeClr val="bg1"/>
                </a:solidFill>
              </a:rPr>
              <a:t>.</a:t>
            </a:r>
          </a:p>
          <a:p>
            <a:r>
              <a:rPr lang="zh-CN" altLang="en-US" sz="2000" dirty="0">
                <a:solidFill>
                  <a:schemeClr val="bg1"/>
                </a:solidFill>
              </a:rPr>
              <a:t> ②</a:t>
            </a:r>
            <a:r>
              <a:rPr lang="en-US" altLang="zh-CN" sz="2000" dirty="0">
                <a:solidFill>
                  <a:schemeClr val="bg1"/>
                </a:solidFill>
              </a:rPr>
              <a:t>Property foam burst:</a:t>
            </a:r>
          </a:p>
          <a:p>
            <a:r>
              <a:rPr lang="en-US" altLang="zh-CN" dirty="0">
                <a:solidFill>
                  <a:schemeClr val="bg1"/>
                </a:solidFill>
              </a:rPr>
              <a:t>       Industries related to the real estate industry (construction, finance, retail) have experienced severe layoffs.</a:t>
            </a:r>
          </a:p>
        </p:txBody>
      </p:sp>
      <p:sp>
        <p:nvSpPr>
          <p:cNvPr id="9" name="文本框 8">
            <a:extLst>
              <a:ext uri="{FF2B5EF4-FFF2-40B4-BE49-F238E27FC236}">
                <a16:creationId xmlns:a16="http://schemas.microsoft.com/office/drawing/2014/main" id="{EEFAD62F-5FF6-A083-EFDB-DBA2608F6999}"/>
              </a:ext>
            </a:extLst>
          </p:cNvPr>
          <p:cNvSpPr txBox="1"/>
          <p:nvPr/>
        </p:nvSpPr>
        <p:spPr>
          <a:xfrm>
            <a:off x="2113415" y="3697662"/>
            <a:ext cx="6708241" cy="2185214"/>
          </a:xfrm>
          <a:prstGeom prst="rect">
            <a:avLst/>
          </a:prstGeom>
          <a:noFill/>
        </p:spPr>
        <p:txBody>
          <a:bodyPr wrap="square" rtlCol="0">
            <a:spAutoFit/>
          </a:bodyPr>
          <a:lstStyle/>
          <a:p>
            <a:r>
              <a:rPr lang="en-US" altLang="zh-CN" sz="2800" dirty="0">
                <a:solidFill>
                  <a:schemeClr val="bg1"/>
                </a:solidFill>
              </a:rPr>
              <a:t>Employment impact</a:t>
            </a:r>
            <a:r>
              <a:rPr lang="zh-CN" altLang="en-US" sz="2800" dirty="0">
                <a:solidFill>
                  <a:schemeClr val="bg1"/>
                </a:solidFill>
              </a:rPr>
              <a:t>：</a:t>
            </a:r>
            <a:endParaRPr lang="en-US" altLang="zh-CN" sz="2800" dirty="0">
              <a:solidFill>
                <a:schemeClr val="bg1"/>
              </a:solidFill>
            </a:endParaRPr>
          </a:p>
          <a:p>
            <a:r>
              <a:rPr lang="zh-CN" altLang="en-US" dirty="0">
                <a:solidFill>
                  <a:schemeClr val="bg1"/>
                </a:solidFill>
              </a:rPr>
              <a:t>①</a:t>
            </a:r>
            <a:r>
              <a:rPr lang="en-US" altLang="zh-CN" dirty="0">
                <a:solidFill>
                  <a:schemeClr val="bg1"/>
                </a:solidFill>
              </a:rPr>
              <a:t>During this period, the employment rate of all age groups has decreased.</a:t>
            </a:r>
          </a:p>
          <a:p>
            <a:r>
              <a:rPr lang="zh-CN" altLang="en-US" dirty="0">
                <a:solidFill>
                  <a:schemeClr val="bg1"/>
                </a:solidFill>
              </a:rPr>
              <a:t>②</a:t>
            </a:r>
            <a:r>
              <a:rPr lang="en-US" altLang="zh-CN" dirty="0">
                <a:solidFill>
                  <a:schemeClr val="bg1"/>
                </a:solidFill>
              </a:rPr>
              <a:t>as before, the 16-24 age group faced the most significant impact. </a:t>
            </a:r>
          </a:p>
          <a:p>
            <a:r>
              <a:rPr lang="zh-CN" altLang="en-US" dirty="0">
                <a:solidFill>
                  <a:schemeClr val="bg1"/>
                </a:solidFill>
              </a:rPr>
              <a:t>③</a:t>
            </a:r>
            <a:r>
              <a:rPr lang="en-US" altLang="zh-CN" dirty="0">
                <a:solidFill>
                  <a:schemeClr val="bg1"/>
                </a:solidFill>
              </a:rPr>
              <a:t>The high proportion of the 25-54 age group as the core labor force in the job market has led to a significant decline in employment rates during economic downturns.</a:t>
            </a:r>
            <a:endParaRPr lang="zh-CN" altLang="en-US" dirty="0">
              <a:solidFill>
                <a:schemeClr val="bg1"/>
              </a:solidFill>
            </a:endParaRPr>
          </a:p>
        </p:txBody>
      </p:sp>
      <p:sp>
        <p:nvSpPr>
          <p:cNvPr id="10" name="文本框 9">
            <a:extLst>
              <a:ext uri="{FF2B5EF4-FFF2-40B4-BE49-F238E27FC236}">
                <a16:creationId xmlns:a16="http://schemas.microsoft.com/office/drawing/2014/main" id="{CFBF2602-6DF0-9E5F-E874-E2ED81FB89B1}"/>
              </a:ext>
            </a:extLst>
          </p:cNvPr>
          <p:cNvSpPr txBox="1"/>
          <p:nvPr/>
        </p:nvSpPr>
        <p:spPr>
          <a:xfrm>
            <a:off x="8777802" y="1940884"/>
            <a:ext cx="3368149" cy="3108543"/>
          </a:xfrm>
          <a:prstGeom prst="rect">
            <a:avLst/>
          </a:prstGeom>
          <a:noFill/>
        </p:spPr>
        <p:txBody>
          <a:bodyPr wrap="square" rtlCol="0">
            <a:spAutoFit/>
          </a:bodyPr>
          <a:lstStyle/>
          <a:p>
            <a:r>
              <a:rPr lang="en-US" altLang="zh-CN" sz="2800" dirty="0">
                <a:solidFill>
                  <a:schemeClr val="bg1"/>
                </a:solidFill>
              </a:rPr>
              <a:t>Policy impact:</a:t>
            </a:r>
          </a:p>
          <a:p>
            <a:r>
              <a:rPr lang="zh-CN" altLang="en-US" dirty="0">
                <a:solidFill>
                  <a:schemeClr val="bg1"/>
                </a:solidFill>
              </a:rPr>
              <a:t>①</a:t>
            </a:r>
            <a:r>
              <a:rPr lang="en-US" altLang="zh-CN" sz="2000" b="1" i="1" dirty="0">
                <a:solidFill>
                  <a:schemeClr val="bg1"/>
                </a:solidFill>
              </a:rPr>
              <a:t>The American Recovery and Reinvestment Act (2009)</a:t>
            </a:r>
            <a:r>
              <a:rPr lang="zh-CN" altLang="en-US" sz="2000" b="1" i="1" dirty="0">
                <a:solidFill>
                  <a:schemeClr val="bg1"/>
                </a:solidFill>
              </a:rPr>
              <a:t>：</a:t>
            </a:r>
            <a:r>
              <a:rPr lang="en-US" altLang="zh-CN" sz="2000" b="1" i="1" dirty="0">
                <a:solidFill>
                  <a:schemeClr val="bg1"/>
                </a:solidFill>
              </a:rPr>
              <a:t> </a:t>
            </a:r>
            <a:r>
              <a:rPr lang="en-US" altLang="zh-CN" dirty="0">
                <a:solidFill>
                  <a:schemeClr val="bg1"/>
                </a:solidFill>
              </a:rPr>
              <a:t>economic stimulus and infrastructure investment to restore employment. </a:t>
            </a:r>
          </a:p>
          <a:p>
            <a:r>
              <a:rPr lang="en-US" altLang="zh-CN" dirty="0">
                <a:solidFill>
                  <a:schemeClr val="bg1"/>
                </a:solidFill>
              </a:rPr>
              <a:t>       </a:t>
            </a:r>
            <a:r>
              <a:rPr lang="zh-CN" altLang="en-US" dirty="0">
                <a:solidFill>
                  <a:schemeClr val="bg1"/>
                </a:solidFill>
              </a:rPr>
              <a:t>②</a:t>
            </a:r>
            <a:r>
              <a:rPr lang="en-US" altLang="zh-CN" sz="2000" b="1" i="1" dirty="0">
                <a:solidFill>
                  <a:schemeClr val="bg1"/>
                </a:solidFill>
              </a:rPr>
              <a:t>Monetary easing policy: </a:t>
            </a:r>
            <a:r>
              <a:rPr lang="en-US" altLang="zh-CN" dirty="0">
                <a:solidFill>
                  <a:schemeClr val="bg1"/>
                </a:solidFill>
              </a:rPr>
              <a:t>The Federal Reserve stimulates economic recovery, but actual improvement takes time.</a:t>
            </a:r>
            <a:endParaRPr lang="zh-CN" altLang="en-US" dirty="0">
              <a:solidFill>
                <a:schemeClr val="bg1"/>
              </a:solidFill>
            </a:endParaRPr>
          </a:p>
        </p:txBody>
      </p:sp>
      <p:pic>
        <p:nvPicPr>
          <p:cNvPr id="11" name="图片 10">
            <a:extLst>
              <a:ext uri="{FF2B5EF4-FFF2-40B4-BE49-F238E27FC236}">
                <a16:creationId xmlns:a16="http://schemas.microsoft.com/office/drawing/2014/main" id="{4DE12940-584B-EBFE-9C81-328FCCDAC9C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741755" y="516350"/>
            <a:ext cx="882308" cy="1104678"/>
          </a:xfrm>
          <a:prstGeom prst="rect">
            <a:avLst/>
          </a:prstGeom>
        </p:spPr>
      </p:pic>
    </p:spTree>
    <p:extLst>
      <p:ext uri="{BB962C8B-B14F-4D97-AF65-F5344CB8AC3E}">
        <p14:creationId xmlns:p14="http://schemas.microsoft.com/office/powerpoint/2010/main" val="378904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8466CAD1-0E64-EB8D-6EDF-13C19BCBB44A}"/>
              </a:ext>
            </a:extLst>
          </p:cNvPr>
          <p:cNvGrpSpPr/>
          <p:nvPr/>
        </p:nvGrpSpPr>
        <p:grpSpPr>
          <a:xfrm>
            <a:off x="-2363285" y="232762"/>
            <a:ext cx="1396539" cy="6392475"/>
            <a:chOff x="1117289" y="388302"/>
            <a:chExt cx="1200318" cy="4839375"/>
          </a:xfrm>
        </p:grpSpPr>
        <p:pic>
          <p:nvPicPr>
            <p:cNvPr id="5" name="图片 4">
              <a:extLst>
                <a:ext uri="{FF2B5EF4-FFF2-40B4-BE49-F238E27FC236}">
                  <a16:creationId xmlns:a16="http://schemas.microsoft.com/office/drawing/2014/main" id="{FE293491-5A8D-48C4-1DC1-6E1EC2B30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289" y="388302"/>
              <a:ext cx="1190791" cy="2924583"/>
            </a:xfrm>
            <a:prstGeom prst="rect">
              <a:avLst/>
            </a:prstGeom>
          </p:spPr>
        </p:pic>
        <p:pic>
          <p:nvPicPr>
            <p:cNvPr id="6" name="图片 5">
              <a:extLst>
                <a:ext uri="{FF2B5EF4-FFF2-40B4-BE49-F238E27FC236}">
                  <a16:creationId xmlns:a16="http://schemas.microsoft.com/office/drawing/2014/main" id="{0BF76FAB-FCD3-C09E-17D4-9126421414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289" y="3312885"/>
              <a:ext cx="1200318" cy="1914792"/>
            </a:xfrm>
            <a:prstGeom prst="rect">
              <a:avLst/>
            </a:prstGeom>
          </p:spPr>
        </p:pic>
        <p:cxnSp>
          <p:nvCxnSpPr>
            <p:cNvPr id="7" name="直接连接符 6">
              <a:extLst>
                <a:ext uri="{FF2B5EF4-FFF2-40B4-BE49-F238E27FC236}">
                  <a16:creationId xmlns:a16="http://schemas.microsoft.com/office/drawing/2014/main" id="{F02A9DF3-006B-5BD2-07B2-8BBC29C688F8}"/>
                </a:ext>
              </a:extLst>
            </p:cNvPr>
            <p:cNvCxnSpPr>
              <a:cxnSpLocks/>
            </p:cNvCxnSpPr>
            <p:nvPr/>
          </p:nvCxnSpPr>
          <p:spPr>
            <a:xfrm>
              <a:off x="1117289" y="3312885"/>
              <a:ext cx="1200318"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6F6F1805-8607-654F-6166-AE473FE00E21}"/>
              </a:ext>
            </a:extLst>
          </p:cNvPr>
          <p:cNvGrpSpPr/>
          <p:nvPr/>
        </p:nvGrpSpPr>
        <p:grpSpPr>
          <a:xfrm>
            <a:off x="-4770817" y="465527"/>
            <a:ext cx="1385455" cy="5467189"/>
            <a:chOff x="6011493" y="714873"/>
            <a:chExt cx="1162212" cy="4839376"/>
          </a:xfrm>
        </p:grpSpPr>
        <p:pic>
          <p:nvPicPr>
            <p:cNvPr id="9" name="图片 8">
              <a:extLst>
                <a:ext uri="{FF2B5EF4-FFF2-40B4-BE49-F238E27FC236}">
                  <a16:creationId xmlns:a16="http://schemas.microsoft.com/office/drawing/2014/main" id="{95EF3F27-340D-3A2E-F160-12CB7BE378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1493" y="714873"/>
              <a:ext cx="1162212" cy="2924582"/>
            </a:xfrm>
            <a:prstGeom prst="rect">
              <a:avLst/>
            </a:prstGeom>
          </p:spPr>
        </p:pic>
        <p:pic>
          <p:nvPicPr>
            <p:cNvPr id="10" name="图片 9">
              <a:extLst>
                <a:ext uri="{FF2B5EF4-FFF2-40B4-BE49-F238E27FC236}">
                  <a16:creationId xmlns:a16="http://schemas.microsoft.com/office/drawing/2014/main" id="{4139BB46-6051-AA7C-C3FE-8937780452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1493" y="3639464"/>
              <a:ext cx="1162212" cy="1914785"/>
            </a:xfrm>
            <a:prstGeom prst="rect">
              <a:avLst/>
            </a:prstGeom>
          </p:spPr>
        </p:pic>
        <p:cxnSp>
          <p:nvCxnSpPr>
            <p:cNvPr id="11" name="直接连接符 10">
              <a:extLst>
                <a:ext uri="{FF2B5EF4-FFF2-40B4-BE49-F238E27FC236}">
                  <a16:creationId xmlns:a16="http://schemas.microsoft.com/office/drawing/2014/main" id="{7B078419-9A6A-5D52-BEE6-B7C8F31DBB17}"/>
                </a:ext>
              </a:extLst>
            </p:cNvPr>
            <p:cNvCxnSpPr>
              <a:cxnSpLocks/>
            </p:cNvCxnSpPr>
            <p:nvPr/>
          </p:nvCxnSpPr>
          <p:spPr>
            <a:xfrm>
              <a:off x="6011493" y="3639455"/>
              <a:ext cx="1162212" cy="0"/>
            </a:xfrm>
            <a:prstGeom prst="line">
              <a:avLst/>
            </a:prstGeom>
            <a:ln w="19050">
              <a:prstDash val="sysDash"/>
            </a:ln>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77E63650-0EB1-D72E-4661-906B03CB774D}"/>
              </a:ext>
            </a:extLst>
          </p:cNvPr>
          <p:cNvGrpSpPr/>
          <p:nvPr/>
        </p:nvGrpSpPr>
        <p:grpSpPr>
          <a:xfrm>
            <a:off x="-7178349" y="561587"/>
            <a:ext cx="1385455" cy="5467186"/>
            <a:chOff x="6462468" y="714874"/>
            <a:chExt cx="1495636" cy="5191849"/>
          </a:xfrm>
        </p:grpSpPr>
        <p:pic>
          <p:nvPicPr>
            <p:cNvPr id="13" name="Picture 2">
              <a:extLst>
                <a:ext uri="{FF2B5EF4-FFF2-40B4-BE49-F238E27FC236}">
                  <a16:creationId xmlns:a16="http://schemas.microsoft.com/office/drawing/2014/main" id="{E86834B1-570B-5E45-9AF9-A5C7ED9AC3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62469" y="714874"/>
              <a:ext cx="1495634" cy="3705742"/>
            </a:xfrm>
            <a:prstGeom prst="rect">
              <a:avLst/>
            </a:prstGeom>
          </p:spPr>
        </p:pic>
        <p:pic>
          <p:nvPicPr>
            <p:cNvPr id="14" name="Picture 4">
              <a:extLst>
                <a:ext uri="{FF2B5EF4-FFF2-40B4-BE49-F238E27FC236}">
                  <a16:creationId xmlns:a16="http://schemas.microsoft.com/office/drawing/2014/main" id="{7F83339F-1B17-1D1A-EC49-DCD589868E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62470" y="4420616"/>
              <a:ext cx="1495634" cy="581106"/>
            </a:xfrm>
            <a:prstGeom prst="rect">
              <a:avLst/>
            </a:prstGeom>
          </p:spPr>
        </p:pic>
        <p:pic>
          <p:nvPicPr>
            <p:cNvPr id="15" name="Picture 7">
              <a:extLst>
                <a:ext uri="{FF2B5EF4-FFF2-40B4-BE49-F238E27FC236}">
                  <a16:creationId xmlns:a16="http://schemas.microsoft.com/office/drawing/2014/main" id="{58B91059-921A-2D66-8106-5ADD1FCA43A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62468" y="5001722"/>
              <a:ext cx="1495635" cy="905001"/>
            </a:xfrm>
            <a:prstGeom prst="rect">
              <a:avLst/>
            </a:prstGeom>
          </p:spPr>
        </p:pic>
        <p:cxnSp>
          <p:nvCxnSpPr>
            <p:cNvPr id="16" name="Straight Connector 9">
              <a:extLst>
                <a:ext uri="{FF2B5EF4-FFF2-40B4-BE49-F238E27FC236}">
                  <a16:creationId xmlns:a16="http://schemas.microsoft.com/office/drawing/2014/main" id="{C8AC8EE7-671E-36BC-9F8D-C3F859B474FB}"/>
                </a:ext>
              </a:extLst>
            </p:cNvPr>
            <p:cNvCxnSpPr/>
            <p:nvPr/>
          </p:nvCxnSpPr>
          <p:spPr>
            <a:xfrm>
              <a:off x="6462468" y="4328599"/>
              <a:ext cx="1495635"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17" name="Group 26">
            <a:extLst>
              <a:ext uri="{FF2B5EF4-FFF2-40B4-BE49-F238E27FC236}">
                <a16:creationId xmlns:a16="http://schemas.microsoft.com/office/drawing/2014/main" id="{EBAE4ED4-0DB2-B156-4CCD-9D731213E46B}"/>
              </a:ext>
            </a:extLst>
          </p:cNvPr>
          <p:cNvGrpSpPr/>
          <p:nvPr/>
        </p:nvGrpSpPr>
        <p:grpSpPr>
          <a:xfrm>
            <a:off x="369179" y="95597"/>
            <a:ext cx="1139332" cy="6666806"/>
            <a:chOff x="8744319" y="714873"/>
            <a:chExt cx="885950" cy="5639586"/>
          </a:xfrm>
        </p:grpSpPr>
        <p:pic>
          <p:nvPicPr>
            <p:cNvPr id="18" name="Picture 15">
              <a:extLst>
                <a:ext uri="{FF2B5EF4-FFF2-40B4-BE49-F238E27FC236}">
                  <a16:creationId xmlns:a16="http://schemas.microsoft.com/office/drawing/2014/main" id="{5C11EAA8-D752-802F-A565-79E0958157A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44320" y="714873"/>
              <a:ext cx="885949" cy="3972479"/>
            </a:xfrm>
            <a:prstGeom prst="rect">
              <a:avLst/>
            </a:prstGeom>
          </p:spPr>
        </p:pic>
        <p:pic>
          <p:nvPicPr>
            <p:cNvPr id="19" name="Picture 19">
              <a:extLst>
                <a:ext uri="{FF2B5EF4-FFF2-40B4-BE49-F238E27FC236}">
                  <a16:creationId xmlns:a16="http://schemas.microsoft.com/office/drawing/2014/main" id="{3DE0CB70-C185-8A8B-5DDB-503D1ED213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44319" y="4687352"/>
              <a:ext cx="885949" cy="790685"/>
            </a:xfrm>
            <a:prstGeom prst="rect">
              <a:avLst/>
            </a:prstGeom>
          </p:spPr>
        </p:pic>
        <p:pic>
          <p:nvPicPr>
            <p:cNvPr id="20" name="Picture 23">
              <a:extLst>
                <a:ext uri="{FF2B5EF4-FFF2-40B4-BE49-F238E27FC236}">
                  <a16:creationId xmlns:a16="http://schemas.microsoft.com/office/drawing/2014/main" id="{1479096A-D41D-B3C8-7BC0-10561278A44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744319" y="5478037"/>
              <a:ext cx="885949" cy="876422"/>
            </a:xfrm>
            <a:prstGeom prst="rect">
              <a:avLst/>
            </a:prstGeom>
          </p:spPr>
        </p:pic>
        <p:cxnSp>
          <p:nvCxnSpPr>
            <p:cNvPr id="21" name="Straight Connector 25">
              <a:extLst>
                <a:ext uri="{FF2B5EF4-FFF2-40B4-BE49-F238E27FC236}">
                  <a16:creationId xmlns:a16="http://schemas.microsoft.com/office/drawing/2014/main" id="{93A48858-F5E6-71D7-F700-C7CD2F0ACE70}"/>
                </a:ext>
              </a:extLst>
            </p:cNvPr>
            <p:cNvCxnSpPr/>
            <p:nvPr/>
          </p:nvCxnSpPr>
          <p:spPr>
            <a:xfrm>
              <a:off x="8744319" y="4687352"/>
              <a:ext cx="885949" cy="0"/>
            </a:xfrm>
            <a:prstGeom prst="line">
              <a:avLst/>
            </a:prstGeom>
            <a:ln w="19050">
              <a:solidFill>
                <a:schemeClr val="tx1">
                  <a:lumMod val="95000"/>
                  <a:lumOff val="5000"/>
                </a:schemeClr>
              </a:solidFill>
              <a:prstDash val="sysDash"/>
            </a:ln>
          </p:spPr>
          <p:style>
            <a:lnRef idx="1">
              <a:schemeClr val="dk1"/>
            </a:lnRef>
            <a:fillRef idx="0">
              <a:schemeClr val="dk1"/>
            </a:fillRef>
            <a:effectRef idx="0">
              <a:schemeClr val="dk1"/>
            </a:effectRef>
            <a:fontRef idx="minor">
              <a:schemeClr val="tx1"/>
            </a:fontRef>
          </p:style>
        </p:cxnSp>
      </p:grpSp>
      <p:pic>
        <p:nvPicPr>
          <p:cNvPr id="22" name="图片 21">
            <a:extLst>
              <a:ext uri="{FF2B5EF4-FFF2-40B4-BE49-F238E27FC236}">
                <a16:creationId xmlns:a16="http://schemas.microsoft.com/office/drawing/2014/main" id="{1B554F12-6770-3E9F-E343-9DC6D4EEC37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159859" y="232762"/>
            <a:ext cx="882308" cy="1104678"/>
          </a:xfrm>
          <a:prstGeom prst="rect">
            <a:avLst/>
          </a:prstGeom>
        </p:spPr>
      </p:pic>
      <p:sp>
        <p:nvSpPr>
          <p:cNvPr id="25" name="文本框 24">
            <a:extLst>
              <a:ext uri="{FF2B5EF4-FFF2-40B4-BE49-F238E27FC236}">
                <a16:creationId xmlns:a16="http://schemas.microsoft.com/office/drawing/2014/main" id="{5109E66D-12CF-DE32-D057-401CCF1E5F47}"/>
              </a:ext>
            </a:extLst>
          </p:cNvPr>
          <p:cNvSpPr txBox="1"/>
          <p:nvPr/>
        </p:nvSpPr>
        <p:spPr>
          <a:xfrm>
            <a:off x="1667714" y="102764"/>
            <a:ext cx="9617143" cy="1569660"/>
          </a:xfrm>
          <a:prstGeom prst="rect">
            <a:avLst/>
          </a:prstGeom>
          <a:noFill/>
        </p:spPr>
        <p:txBody>
          <a:bodyPr wrap="square" rtlCol="0">
            <a:spAutoFit/>
          </a:bodyPr>
          <a:lstStyle/>
          <a:p>
            <a:r>
              <a:rPr lang="en-US" altLang="zh-CN" sz="3200" dirty="0">
                <a:solidFill>
                  <a:schemeClr val="bg1"/>
                </a:solidFill>
              </a:rPr>
              <a:t>Socioeconomic Background</a:t>
            </a:r>
            <a:r>
              <a:rPr lang="en-US" altLang="zh-CN" sz="2800" dirty="0">
                <a:solidFill>
                  <a:schemeClr val="bg1"/>
                </a:solidFill>
              </a:rPr>
              <a:t>:</a:t>
            </a:r>
          </a:p>
          <a:p>
            <a:r>
              <a:rPr lang="zh-CN" altLang="en-US" sz="2000" dirty="0">
                <a:solidFill>
                  <a:schemeClr val="bg1"/>
                </a:solidFill>
              </a:rPr>
              <a:t>     </a:t>
            </a:r>
            <a:r>
              <a:rPr lang="en-US" altLang="zh-CN" sz="2400" dirty="0">
                <a:solidFill>
                  <a:schemeClr val="bg1"/>
                </a:solidFill>
              </a:rPr>
              <a:t>COVID-19:</a:t>
            </a:r>
          </a:p>
          <a:p>
            <a:r>
              <a:rPr lang="en-US" altLang="zh-CN" sz="2000" dirty="0">
                <a:solidFill>
                  <a:schemeClr val="bg1"/>
                </a:solidFill>
              </a:rPr>
              <a:t>      In 2020, the United States implemented extensive lockdown measures, causing a large number of service industries (such as tourism, catering, and retail) to come to a standstill.</a:t>
            </a:r>
          </a:p>
        </p:txBody>
      </p:sp>
      <p:sp>
        <p:nvSpPr>
          <p:cNvPr id="26" name="文本框 25">
            <a:extLst>
              <a:ext uri="{FF2B5EF4-FFF2-40B4-BE49-F238E27FC236}">
                <a16:creationId xmlns:a16="http://schemas.microsoft.com/office/drawing/2014/main" id="{E509AD6C-85E9-2908-8D44-844CB1052909}"/>
              </a:ext>
            </a:extLst>
          </p:cNvPr>
          <p:cNvSpPr txBox="1"/>
          <p:nvPr/>
        </p:nvSpPr>
        <p:spPr>
          <a:xfrm>
            <a:off x="1667714" y="1672424"/>
            <a:ext cx="10531195" cy="1938992"/>
          </a:xfrm>
          <a:prstGeom prst="rect">
            <a:avLst/>
          </a:prstGeom>
          <a:noFill/>
        </p:spPr>
        <p:txBody>
          <a:bodyPr wrap="square" rtlCol="0">
            <a:spAutoFit/>
          </a:bodyPr>
          <a:lstStyle/>
          <a:p>
            <a:r>
              <a:rPr lang="en-US" altLang="zh-CN" sz="3200" dirty="0">
                <a:solidFill>
                  <a:schemeClr val="bg1"/>
                </a:solidFill>
              </a:rPr>
              <a:t>Employment impact</a:t>
            </a:r>
            <a:r>
              <a:rPr lang="zh-CN" altLang="en-US" sz="3200" dirty="0">
                <a:solidFill>
                  <a:schemeClr val="bg1"/>
                </a:solidFill>
              </a:rPr>
              <a:t>：</a:t>
            </a:r>
            <a:endParaRPr lang="en-US" altLang="zh-CN" sz="3200" dirty="0">
              <a:solidFill>
                <a:schemeClr val="bg1"/>
              </a:solidFill>
            </a:endParaRPr>
          </a:p>
          <a:p>
            <a:r>
              <a:rPr lang="en-US" altLang="zh-CN" sz="2000" dirty="0">
                <a:solidFill>
                  <a:schemeClr val="bg1"/>
                </a:solidFill>
              </a:rPr>
              <a:t>      After the impact of the epidemic, the employment rates of four age groups have all experienced a sharp decline, and the degree of decline is still reflected in the younger group, who have been more affected, with (16, 24)&gt;(25, 54)&gt;(55, 64)&gt;(65+)</a:t>
            </a:r>
          </a:p>
          <a:p>
            <a:r>
              <a:rPr lang="en-US" altLang="zh-CN" sz="2800" dirty="0">
                <a:solidFill>
                  <a:schemeClr val="bg1"/>
                </a:solidFill>
              </a:rPr>
              <a:t>    </a:t>
            </a:r>
            <a:endParaRPr lang="zh-CN" altLang="en-US" sz="2800" dirty="0">
              <a:solidFill>
                <a:schemeClr val="bg1"/>
              </a:solidFill>
            </a:endParaRPr>
          </a:p>
        </p:txBody>
      </p:sp>
      <p:sp>
        <p:nvSpPr>
          <p:cNvPr id="30" name="文本框 29">
            <a:extLst>
              <a:ext uri="{FF2B5EF4-FFF2-40B4-BE49-F238E27FC236}">
                <a16:creationId xmlns:a16="http://schemas.microsoft.com/office/drawing/2014/main" id="{182699A9-5A24-501F-F763-707A9788B223}"/>
              </a:ext>
            </a:extLst>
          </p:cNvPr>
          <p:cNvSpPr txBox="1"/>
          <p:nvPr/>
        </p:nvSpPr>
        <p:spPr>
          <a:xfrm>
            <a:off x="1667713" y="3145037"/>
            <a:ext cx="10429490" cy="3293209"/>
          </a:xfrm>
          <a:prstGeom prst="rect">
            <a:avLst/>
          </a:prstGeom>
          <a:noFill/>
        </p:spPr>
        <p:txBody>
          <a:bodyPr wrap="square" rtlCol="0">
            <a:spAutoFit/>
          </a:bodyPr>
          <a:lstStyle/>
          <a:p>
            <a:r>
              <a:rPr lang="en-US" altLang="zh-CN" sz="2800" dirty="0">
                <a:solidFill>
                  <a:schemeClr val="bg1"/>
                </a:solidFill>
              </a:rPr>
              <a:t>Policy impact</a:t>
            </a:r>
            <a:r>
              <a:rPr lang="zh-CN" altLang="en-US" sz="3200" dirty="0">
                <a:solidFill>
                  <a:schemeClr val="bg1"/>
                </a:solidFill>
              </a:rPr>
              <a:t>：</a:t>
            </a:r>
            <a:endParaRPr lang="en-US" altLang="zh-CN" sz="3200" dirty="0">
              <a:solidFill>
                <a:schemeClr val="bg1"/>
              </a:solidFill>
            </a:endParaRPr>
          </a:p>
          <a:p>
            <a:r>
              <a:rPr lang="zh-CN" altLang="en-US" sz="2000" dirty="0">
                <a:solidFill>
                  <a:schemeClr val="bg1"/>
                </a:solidFill>
              </a:rPr>
              <a:t>①</a:t>
            </a:r>
            <a:r>
              <a:rPr lang="en-US" altLang="zh-CN" sz="2000" dirty="0">
                <a:solidFill>
                  <a:schemeClr val="bg1"/>
                </a:solidFill>
              </a:rPr>
              <a:t>Fiscal stimulus</a:t>
            </a:r>
            <a:r>
              <a:rPr lang="en-US" altLang="zh-CN" sz="3200" dirty="0">
                <a:solidFill>
                  <a:schemeClr val="bg1"/>
                </a:solidFill>
              </a:rPr>
              <a:t>:</a:t>
            </a:r>
          </a:p>
          <a:p>
            <a:r>
              <a:rPr lang="en-US" altLang="zh-CN" sz="2000" dirty="0">
                <a:solidFill>
                  <a:schemeClr val="bg1"/>
                </a:solidFill>
              </a:rPr>
              <a:t>Large scale cash subsidies and unemployment benefits have maintained consumption capacity, but some people choose not to return to the labor market in the short term due to government subsidies.</a:t>
            </a:r>
          </a:p>
          <a:p>
            <a:r>
              <a:rPr lang="zh-CN" altLang="en-US" sz="2400" dirty="0">
                <a:solidFill>
                  <a:schemeClr val="bg1"/>
                </a:solidFill>
              </a:rPr>
              <a:t>②</a:t>
            </a:r>
            <a:r>
              <a:rPr lang="en-US" altLang="zh-CN" sz="2400" dirty="0">
                <a:solidFill>
                  <a:schemeClr val="bg1"/>
                </a:solidFill>
              </a:rPr>
              <a:t>Vaccination:</a:t>
            </a:r>
            <a:endParaRPr lang="en-US" altLang="zh-CN" sz="2200" dirty="0">
              <a:solidFill>
                <a:schemeClr val="bg1"/>
              </a:solidFill>
            </a:endParaRPr>
          </a:p>
          <a:p>
            <a:r>
              <a:rPr lang="en-US" altLang="zh-CN" sz="2000" dirty="0">
                <a:solidFill>
                  <a:schemeClr val="bg1"/>
                </a:solidFill>
              </a:rPr>
              <a:t>After 2021, the promotion of vaccines will drive the restart of economic activities, and the labor participation rate will gradually increase. However, the recovery of service industry jobs will be relatively slow</a:t>
            </a:r>
          </a:p>
        </p:txBody>
      </p:sp>
    </p:spTree>
    <p:extLst>
      <p:ext uri="{BB962C8B-B14F-4D97-AF65-F5344CB8AC3E}">
        <p14:creationId xmlns:p14="http://schemas.microsoft.com/office/powerpoint/2010/main" val="800467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p:cTn id="11" dur="500" fill="hold"/>
                                        <p:tgtEl>
                                          <p:spTgt spid="26"/>
                                        </p:tgtEl>
                                        <p:attrNameLst>
                                          <p:attrName>ppt_w</p:attrName>
                                        </p:attrNameLst>
                                      </p:cBhvr>
                                      <p:tavLst>
                                        <p:tav tm="0">
                                          <p:val>
                                            <p:fltVal val="0"/>
                                          </p:val>
                                        </p:tav>
                                        <p:tav tm="100000">
                                          <p:val>
                                            <p:strVal val="#ppt_w"/>
                                          </p:val>
                                        </p:tav>
                                      </p:tavLst>
                                    </p:anim>
                                    <p:anim calcmode="lin" valueType="num">
                                      <p:cBhvr>
                                        <p:cTn id="12" dur="500" fill="hold"/>
                                        <p:tgtEl>
                                          <p:spTgt spid="26"/>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p:cTn id="15" dur="500" fill="hold"/>
                                        <p:tgtEl>
                                          <p:spTgt spid="30"/>
                                        </p:tgtEl>
                                        <p:attrNameLst>
                                          <p:attrName>ppt_w</p:attrName>
                                        </p:attrNameLst>
                                      </p:cBhvr>
                                      <p:tavLst>
                                        <p:tav tm="0">
                                          <p:val>
                                            <p:fltVal val="0"/>
                                          </p:val>
                                        </p:tav>
                                        <p:tav tm="100000">
                                          <p:val>
                                            <p:strVal val="#ppt_w"/>
                                          </p:val>
                                        </p:tav>
                                      </p:tavLst>
                                    </p:anim>
                                    <p:anim calcmode="lin" valueType="num">
                                      <p:cBhvr>
                                        <p:cTn id="16" dur="500" fill="hold"/>
                                        <p:tgtEl>
                                          <p:spTgt spid="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971BFDD9-2681-1B09-E42D-D926358F7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7254" y="194802"/>
            <a:ext cx="9300242" cy="5783944"/>
          </a:xfrm>
          <a:prstGeom prst="rect">
            <a:avLst/>
          </a:prstGeom>
        </p:spPr>
      </p:pic>
      <p:sp>
        <p:nvSpPr>
          <p:cNvPr id="4" name="文本框 3">
            <a:extLst>
              <a:ext uri="{FF2B5EF4-FFF2-40B4-BE49-F238E27FC236}">
                <a16:creationId xmlns:a16="http://schemas.microsoft.com/office/drawing/2014/main" id="{93F4B689-A6A4-7302-F6E2-612E9C69C0FA}"/>
              </a:ext>
            </a:extLst>
          </p:cNvPr>
          <p:cNvSpPr txBox="1"/>
          <p:nvPr/>
        </p:nvSpPr>
        <p:spPr>
          <a:xfrm>
            <a:off x="114504" y="335533"/>
            <a:ext cx="3574473" cy="784830"/>
          </a:xfrm>
          <a:prstGeom prst="rect">
            <a:avLst/>
          </a:prstGeom>
          <a:noFill/>
        </p:spPr>
        <p:txBody>
          <a:bodyPr wrap="square" rtlCol="0">
            <a:spAutoFit/>
          </a:bodyPr>
          <a:lstStyle/>
          <a:p>
            <a:r>
              <a:rPr lang="en-US" altLang="zh-CN" sz="4500" b="1" dirty="0">
                <a:solidFill>
                  <a:schemeClr val="bg1"/>
                </a:solidFill>
              </a:rPr>
              <a:t>Education</a:t>
            </a:r>
            <a:endParaRPr lang="zh-CN" altLang="en-US" sz="4500" b="1" dirty="0">
              <a:solidFill>
                <a:schemeClr val="bg1"/>
              </a:solidFill>
            </a:endParaRPr>
          </a:p>
        </p:txBody>
      </p:sp>
      <p:sp>
        <p:nvSpPr>
          <p:cNvPr id="2" name="文本框 1">
            <a:extLst>
              <a:ext uri="{FF2B5EF4-FFF2-40B4-BE49-F238E27FC236}">
                <a16:creationId xmlns:a16="http://schemas.microsoft.com/office/drawing/2014/main" id="{E5F00AD0-0E60-2AA8-C58B-EB8E7DE18FF0}"/>
              </a:ext>
            </a:extLst>
          </p:cNvPr>
          <p:cNvSpPr txBox="1"/>
          <p:nvPr/>
        </p:nvSpPr>
        <p:spPr>
          <a:xfrm>
            <a:off x="114504" y="1336428"/>
            <a:ext cx="2736761" cy="1631216"/>
          </a:xfrm>
          <a:prstGeom prst="rect">
            <a:avLst/>
          </a:prstGeom>
          <a:noFill/>
        </p:spPr>
        <p:txBody>
          <a:bodyPr wrap="square" rtlCol="0">
            <a:spAutoFit/>
          </a:bodyPr>
          <a:lstStyle/>
          <a:p>
            <a:r>
              <a:rPr lang="en-US" altLang="zh-CN" sz="2000" dirty="0">
                <a:solidFill>
                  <a:schemeClr val="bg1"/>
                </a:solidFill>
              </a:rPr>
              <a:t>The right graph depicts the employment rates of different educational backgrounds from 1979 to 2022</a:t>
            </a:r>
            <a:endParaRPr lang="zh-CN" altLang="en-US" sz="2000" dirty="0">
              <a:solidFill>
                <a:schemeClr val="bg1"/>
              </a:solidFill>
            </a:endParaRPr>
          </a:p>
        </p:txBody>
      </p:sp>
      <p:sp>
        <p:nvSpPr>
          <p:cNvPr id="5" name="文本框 4">
            <a:extLst>
              <a:ext uri="{FF2B5EF4-FFF2-40B4-BE49-F238E27FC236}">
                <a16:creationId xmlns:a16="http://schemas.microsoft.com/office/drawing/2014/main" id="{823180B5-B726-D5D6-16F4-23E6ED603120}"/>
              </a:ext>
            </a:extLst>
          </p:cNvPr>
          <p:cNvSpPr txBox="1"/>
          <p:nvPr/>
        </p:nvSpPr>
        <p:spPr>
          <a:xfrm>
            <a:off x="123461" y="3205903"/>
            <a:ext cx="2736761" cy="2862322"/>
          </a:xfrm>
          <a:prstGeom prst="rect">
            <a:avLst/>
          </a:prstGeom>
          <a:noFill/>
        </p:spPr>
        <p:txBody>
          <a:bodyPr wrap="square" rtlCol="0">
            <a:spAutoFit/>
          </a:bodyPr>
          <a:lstStyle/>
          <a:p>
            <a:r>
              <a:rPr lang="en-US" altLang="zh-CN" sz="2000" dirty="0">
                <a:solidFill>
                  <a:schemeClr val="bg1"/>
                </a:solidFill>
              </a:rPr>
              <a:t>We can compare the social background depicted in the first section (age) to discover the employment stability exhibited by different educational backgrounds during economic downturns.</a:t>
            </a:r>
            <a:endParaRPr lang="zh-CN" altLang="en-US" sz="2000" dirty="0">
              <a:solidFill>
                <a:schemeClr val="bg1"/>
              </a:solidFill>
            </a:endParaRPr>
          </a:p>
        </p:txBody>
      </p:sp>
      <p:sp>
        <p:nvSpPr>
          <p:cNvPr id="6" name="文本框 5">
            <a:extLst>
              <a:ext uri="{FF2B5EF4-FFF2-40B4-BE49-F238E27FC236}">
                <a16:creationId xmlns:a16="http://schemas.microsoft.com/office/drawing/2014/main" id="{9829B4C9-66FC-B229-D8FB-2C2B2BEEA076}"/>
              </a:ext>
            </a:extLst>
          </p:cNvPr>
          <p:cNvSpPr txBox="1"/>
          <p:nvPr/>
        </p:nvSpPr>
        <p:spPr>
          <a:xfrm>
            <a:off x="11247997" y="87843"/>
            <a:ext cx="1888005" cy="230832"/>
          </a:xfrm>
          <a:prstGeom prst="rect">
            <a:avLst/>
          </a:prstGeom>
          <a:noFill/>
        </p:spPr>
        <p:txBody>
          <a:bodyPr wrap="square" rtlCol="0">
            <a:spAutoFit/>
          </a:bodyPr>
          <a:lstStyle/>
          <a:p>
            <a:r>
              <a:rPr lang="fr-FR" altLang="zh-CN" sz="900" dirty="0"/>
              <a:t>Source: </a:t>
            </a:r>
            <a:r>
              <a:rPr lang="fr-FR" altLang="zh-CN" sz="900" dirty="0" err="1">
                <a:hlinkClick r:id="rId4" tooltip="kaggle"/>
              </a:rPr>
              <a:t>kaggle</a:t>
            </a:r>
            <a:endParaRPr lang="fr-FR" altLang="zh-CN" sz="900" dirty="0"/>
          </a:p>
        </p:txBody>
      </p:sp>
    </p:spTree>
    <p:extLst>
      <p:ext uri="{BB962C8B-B14F-4D97-AF65-F5344CB8AC3E}">
        <p14:creationId xmlns:p14="http://schemas.microsoft.com/office/powerpoint/2010/main" val="17010807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xit" presetSubtype="32" fill="hold" grpId="1" nodeType="withEffect">
                                  <p:stCondLst>
                                    <p:cond delay="0"/>
                                  </p:stCondLst>
                                  <p:childTnLst>
                                    <p:anim calcmode="lin" valueType="num">
                                      <p:cBhvr>
                                        <p:cTn id="11" dur="500"/>
                                        <p:tgtEl>
                                          <p:spTgt spid="6"/>
                                        </p:tgtEl>
                                        <p:attrNameLst>
                                          <p:attrName>ppt_w</p:attrName>
                                        </p:attrNameLst>
                                      </p:cBhvr>
                                      <p:tavLst>
                                        <p:tav tm="0">
                                          <p:val>
                                            <p:strVal val="ppt_w"/>
                                          </p:val>
                                        </p:tav>
                                        <p:tav tm="100000">
                                          <p:val>
                                            <p:fltVal val="0"/>
                                          </p:val>
                                        </p:tav>
                                      </p:tavLst>
                                    </p:anim>
                                    <p:anim calcmode="lin" valueType="num">
                                      <p:cBhvr>
                                        <p:cTn id="12" dur="500"/>
                                        <p:tgtEl>
                                          <p:spTgt spid="6"/>
                                        </p:tgtEl>
                                        <p:attrNameLst>
                                          <p:attrName>ppt_h</p:attrName>
                                        </p:attrNameLst>
                                      </p:cBhvr>
                                      <p:tavLst>
                                        <p:tav tm="0">
                                          <p:val>
                                            <p:strVal val="ppt_h"/>
                                          </p:val>
                                        </p:tav>
                                        <p:tav tm="100000">
                                          <p:val>
                                            <p:fltVal val="0"/>
                                          </p:val>
                                        </p:tav>
                                      </p:tavLst>
                                    </p:anim>
                                    <p:animEffect transition="out" filter="fade">
                                      <p:cBhvr>
                                        <p:cTn id="13" dur="500"/>
                                        <p:tgtEl>
                                          <p:spTgt spid="6"/>
                                        </p:tgtEl>
                                      </p:cBhvr>
                                    </p:animEffect>
                                    <p:set>
                                      <p:cBhvr>
                                        <p:cTn id="14"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0256-1321-40D8-FC96-A29F5984C72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F4010C8-7C33-DE36-4DB6-3B1ADE198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8" y="0"/>
            <a:ext cx="12157192" cy="6858000"/>
          </a:xfrm>
          <a:prstGeom prst="rect">
            <a:avLst/>
          </a:prstGeom>
          <a:scene3d>
            <a:camera prst="perspectiveRelaxedModerately" fov="0">
              <a:rot lat="0" lon="0" rev="0"/>
            </a:camera>
            <a:lightRig rig="threePt" dir="t"/>
          </a:scene3d>
        </p:spPr>
      </p:pic>
      <p:pic>
        <p:nvPicPr>
          <p:cNvPr id="11" name="图片 10">
            <a:extLst>
              <a:ext uri="{FF2B5EF4-FFF2-40B4-BE49-F238E27FC236}">
                <a16:creationId xmlns:a16="http://schemas.microsoft.com/office/drawing/2014/main" id="{91782D78-D934-1918-AFB1-CFD59E4A7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0385" y="50800"/>
            <a:ext cx="1023257" cy="6371771"/>
          </a:xfrm>
          <a:prstGeom prst="rect">
            <a:avLst/>
          </a:prstGeom>
          <a:scene3d>
            <a:camera prst="perspectiveRelaxedModerately" fov="0">
              <a:rot lat="0" lon="0" rev="0"/>
            </a:camera>
            <a:lightRig rig="threePt" dir="t"/>
          </a:scene3d>
        </p:spPr>
      </p:pic>
      <p:pic>
        <p:nvPicPr>
          <p:cNvPr id="14" name="图片 13">
            <a:extLst>
              <a:ext uri="{FF2B5EF4-FFF2-40B4-BE49-F238E27FC236}">
                <a16:creationId xmlns:a16="http://schemas.microsoft.com/office/drawing/2014/main" id="{A886ED1D-D4EF-2CCE-81CB-1797FC6DC3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3404" y="50800"/>
            <a:ext cx="1040661" cy="6371772"/>
          </a:xfrm>
          <a:prstGeom prst="rect">
            <a:avLst/>
          </a:prstGeom>
          <a:scene3d>
            <a:camera prst="perspectiveRelaxedModerately" fov="0">
              <a:rot lat="0" lon="0" rev="0"/>
            </a:camera>
            <a:lightRig rig="threePt" dir="t"/>
          </a:scene3d>
        </p:spPr>
      </p:pic>
      <p:pic>
        <p:nvPicPr>
          <p:cNvPr id="16" name="图片 15">
            <a:extLst>
              <a:ext uri="{FF2B5EF4-FFF2-40B4-BE49-F238E27FC236}">
                <a16:creationId xmlns:a16="http://schemas.microsoft.com/office/drawing/2014/main" id="{19B735B2-D598-3365-E7DF-E7BE2AC158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8513" y="-1"/>
            <a:ext cx="1255487" cy="6422571"/>
          </a:xfrm>
          <a:prstGeom prst="rect">
            <a:avLst/>
          </a:prstGeom>
          <a:scene3d>
            <a:camera prst="perspectiveRelaxedModerately" fov="0">
              <a:rot lat="0" lon="0" rev="0"/>
            </a:camera>
            <a:lightRig rig="threePt" dir="t"/>
          </a:scene3d>
        </p:spPr>
      </p:pic>
      <p:pic>
        <p:nvPicPr>
          <p:cNvPr id="22" name="图片 21">
            <a:extLst>
              <a:ext uri="{FF2B5EF4-FFF2-40B4-BE49-F238E27FC236}">
                <a16:creationId xmlns:a16="http://schemas.microsoft.com/office/drawing/2014/main" id="{CDF4FC22-C095-D66F-FED7-97BD4227CF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77735" y="10970"/>
            <a:ext cx="1014265" cy="6411600"/>
          </a:xfrm>
          <a:prstGeom prst="rect">
            <a:avLst/>
          </a:prstGeom>
          <a:scene3d>
            <a:camera prst="perspectiveRelaxedModerately" fov="0">
              <a:rot lat="0" lon="0" rev="0"/>
            </a:camera>
            <a:lightRig rig="threePt" dir="t"/>
          </a:scene3d>
        </p:spPr>
      </p:pic>
    </p:spTree>
    <p:extLst>
      <p:ext uri="{BB962C8B-B14F-4D97-AF65-F5344CB8AC3E}">
        <p14:creationId xmlns:p14="http://schemas.microsoft.com/office/powerpoint/2010/main" val="4172967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47BD33E3-EC2F-8751-9243-611200BBE4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760" y="2594364"/>
            <a:ext cx="10221159" cy="5765864"/>
          </a:xfrm>
          <a:prstGeom prst="rect">
            <a:avLst/>
          </a:prstGeom>
          <a:ln>
            <a:solidFill>
              <a:schemeClr val="tx1"/>
            </a:solidFill>
          </a:ln>
          <a:scene3d>
            <a:camera prst="perspectiveRelaxedModerately" fov="3900000">
              <a:rot lat="17400000" lon="0" rev="0"/>
            </a:camera>
            <a:lightRig rig="threePt" dir="t"/>
          </a:scene3d>
        </p:spPr>
      </p:pic>
      <p:pic>
        <p:nvPicPr>
          <p:cNvPr id="11" name="图片 10">
            <a:extLst>
              <a:ext uri="{FF2B5EF4-FFF2-40B4-BE49-F238E27FC236}">
                <a16:creationId xmlns:a16="http://schemas.microsoft.com/office/drawing/2014/main" id="{12FCE060-E957-CF8C-04A7-B54618207D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7008" y="49110"/>
            <a:ext cx="1023257" cy="6287982"/>
          </a:xfrm>
          <a:prstGeom prst="rect">
            <a:avLst/>
          </a:prstGeom>
          <a:ln>
            <a:solidFill>
              <a:schemeClr val="tx1"/>
            </a:solidFill>
          </a:ln>
          <a:scene3d>
            <a:camera prst="perspectiveRelaxedModerately" fov="0">
              <a:rot lat="0" lon="0" rev="0"/>
            </a:camera>
            <a:lightRig rig="threePt" dir="t"/>
          </a:scene3d>
        </p:spPr>
      </p:pic>
      <p:pic>
        <p:nvPicPr>
          <p:cNvPr id="16" name="图片 15">
            <a:extLst>
              <a:ext uri="{FF2B5EF4-FFF2-40B4-BE49-F238E27FC236}">
                <a16:creationId xmlns:a16="http://schemas.microsoft.com/office/drawing/2014/main" id="{673B4989-4449-4C6F-F409-BE85E4D4DA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30337" y="49110"/>
            <a:ext cx="1255487" cy="6287982"/>
          </a:xfrm>
          <a:prstGeom prst="rect">
            <a:avLst/>
          </a:prstGeom>
          <a:ln>
            <a:solidFill>
              <a:schemeClr val="tx1"/>
            </a:solidFill>
          </a:ln>
          <a:scene3d>
            <a:camera prst="perspectiveRelaxedModerately" fov="0">
              <a:rot lat="0" lon="0" rev="0"/>
            </a:camera>
            <a:lightRig rig="threePt" dir="t"/>
          </a:scene3d>
        </p:spPr>
      </p:pic>
      <p:pic>
        <p:nvPicPr>
          <p:cNvPr id="22" name="图片 21">
            <a:extLst>
              <a:ext uri="{FF2B5EF4-FFF2-40B4-BE49-F238E27FC236}">
                <a16:creationId xmlns:a16="http://schemas.microsoft.com/office/drawing/2014/main" id="{ABD556DC-D92E-66D8-6286-6B6A78CF24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77735" y="0"/>
            <a:ext cx="1014265" cy="6337092"/>
          </a:xfrm>
          <a:prstGeom prst="rect">
            <a:avLst/>
          </a:prstGeom>
          <a:ln>
            <a:solidFill>
              <a:schemeClr val="tx1"/>
            </a:solidFill>
          </a:ln>
          <a:scene3d>
            <a:camera prst="perspectiveRelaxedModerately" fov="0">
              <a:rot lat="0" lon="0" rev="0"/>
            </a:camera>
            <a:lightRig rig="threePt" dir="t"/>
          </a:scene3d>
        </p:spPr>
      </p:pic>
      <p:grpSp>
        <p:nvGrpSpPr>
          <p:cNvPr id="23" name="组合 14">
            <a:extLst>
              <a:ext uri="{FF2B5EF4-FFF2-40B4-BE49-F238E27FC236}">
                <a16:creationId xmlns:a16="http://schemas.microsoft.com/office/drawing/2014/main" id="{483F7AB4-96BB-12AA-B28D-B94ACDD94A0C}"/>
              </a:ext>
            </a:extLst>
          </p:cNvPr>
          <p:cNvGrpSpPr/>
          <p:nvPr/>
        </p:nvGrpSpPr>
        <p:grpSpPr>
          <a:xfrm>
            <a:off x="2597491" y="49110"/>
            <a:ext cx="1150513" cy="4501119"/>
            <a:chOff x="1117289" y="388302"/>
            <a:chExt cx="1200318" cy="4839375"/>
          </a:xfrm>
        </p:grpSpPr>
        <p:pic>
          <p:nvPicPr>
            <p:cNvPr id="24" name="图片 6">
              <a:extLst>
                <a:ext uri="{FF2B5EF4-FFF2-40B4-BE49-F238E27FC236}">
                  <a16:creationId xmlns:a16="http://schemas.microsoft.com/office/drawing/2014/main" id="{89C0EB51-8931-C82C-CEF6-41A1C2BE7E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17289" y="388302"/>
              <a:ext cx="1190791" cy="2924583"/>
            </a:xfrm>
            <a:prstGeom prst="rect">
              <a:avLst/>
            </a:prstGeom>
          </p:spPr>
        </p:pic>
        <p:pic>
          <p:nvPicPr>
            <p:cNvPr id="25" name="图片 10">
              <a:extLst>
                <a:ext uri="{FF2B5EF4-FFF2-40B4-BE49-F238E27FC236}">
                  <a16:creationId xmlns:a16="http://schemas.microsoft.com/office/drawing/2014/main" id="{B8D88F1E-D106-651B-9D43-14175AA1B08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7289" y="3312885"/>
              <a:ext cx="1200318" cy="1914792"/>
            </a:xfrm>
            <a:prstGeom prst="rect">
              <a:avLst/>
            </a:prstGeom>
          </p:spPr>
        </p:pic>
        <p:cxnSp>
          <p:nvCxnSpPr>
            <p:cNvPr id="26" name="直接连接符 12">
              <a:extLst>
                <a:ext uri="{FF2B5EF4-FFF2-40B4-BE49-F238E27FC236}">
                  <a16:creationId xmlns:a16="http://schemas.microsoft.com/office/drawing/2014/main" id="{C004B6C3-45A6-0EC5-0DF4-AF9207B19E16}"/>
                </a:ext>
              </a:extLst>
            </p:cNvPr>
            <p:cNvCxnSpPr>
              <a:cxnSpLocks/>
            </p:cNvCxnSpPr>
            <p:nvPr/>
          </p:nvCxnSpPr>
          <p:spPr>
            <a:xfrm>
              <a:off x="1117289" y="3312885"/>
              <a:ext cx="1200318"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27" name="Group 11">
            <a:extLst>
              <a:ext uri="{FF2B5EF4-FFF2-40B4-BE49-F238E27FC236}">
                <a16:creationId xmlns:a16="http://schemas.microsoft.com/office/drawing/2014/main" id="{64336E77-3751-CEF1-2632-7577CA62E43D}"/>
              </a:ext>
            </a:extLst>
          </p:cNvPr>
          <p:cNvGrpSpPr/>
          <p:nvPr/>
        </p:nvGrpSpPr>
        <p:grpSpPr>
          <a:xfrm>
            <a:off x="4370173" y="49110"/>
            <a:ext cx="1385455" cy="4501118"/>
            <a:chOff x="6462468" y="714874"/>
            <a:chExt cx="1495636" cy="5191849"/>
          </a:xfrm>
        </p:grpSpPr>
        <p:pic>
          <p:nvPicPr>
            <p:cNvPr id="28" name="Picture 2">
              <a:extLst>
                <a:ext uri="{FF2B5EF4-FFF2-40B4-BE49-F238E27FC236}">
                  <a16:creationId xmlns:a16="http://schemas.microsoft.com/office/drawing/2014/main" id="{FB5C95D0-0A0B-F152-DA2E-3654A80CDE9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62469" y="714874"/>
              <a:ext cx="1495634" cy="3705742"/>
            </a:xfrm>
            <a:prstGeom prst="rect">
              <a:avLst/>
            </a:prstGeom>
          </p:spPr>
        </p:pic>
        <p:pic>
          <p:nvPicPr>
            <p:cNvPr id="29" name="Picture 4">
              <a:extLst>
                <a:ext uri="{FF2B5EF4-FFF2-40B4-BE49-F238E27FC236}">
                  <a16:creationId xmlns:a16="http://schemas.microsoft.com/office/drawing/2014/main" id="{DE72A8A6-CA8F-E224-A9A0-9F9E2477839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62470" y="4420616"/>
              <a:ext cx="1495634" cy="581106"/>
            </a:xfrm>
            <a:prstGeom prst="rect">
              <a:avLst/>
            </a:prstGeom>
          </p:spPr>
        </p:pic>
        <p:pic>
          <p:nvPicPr>
            <p:cNvPr id="30" name="Picture 7">
              <a:extLst>
                <a:ext uri="{FF2B5EF4-FFF2-40B4-BE49-F238E27FC236}">
                  <a16:creationId xmlns:a16="http://schemas.microsoft.com/office/drawing/2014/main" id="{C3DF5ACA-A92D-4514-E0AB-72784951C15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62468" y="5001722"/>
              <a:ext cx="1495635" cy="905001"/>
            </a:xfrm>
            <a:prstGeom prst="rect">
              <a:avLst/>
            </a:prstGeom>
          </p:spPr>
        </p:pic>
        <p:cxnSp>
          <p:nvCxnSpPr>
            <p:cNvPr id="31" name="Straight Connector 9">
              <a:extLst>
                <a:ext uri="{FF2B5EF4-FFF2-40B4-BE49-F238E27FC236}">
                  <a16:creationId xmlns:a16="http://schemas.microsoft.com/office/drawing/2014/main" id="{CA97E7B7-2DEF-AD47-FAC1-FE15D17BD08E}"/>
                </a:ext>
              </a:extLst>
            </p:cNvPr>
            <p:cNvCxnSpPr/>
            <p:nvPr/>
          </p:nvCxnSpPr>
          <p:spPr>
            <a:xfrm>
              <a:off x="6462468" y="4328599"/>
              <a:ext cx="1495635"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32" name="Group 26">
            <a:extLst>
              <a:ext uri="{FF2B5EF4-FFF2-40B4-BE49-F238E27FC236}">
                <a16:creationId xmlns:a16="http://schemas.microsoft.com/office/drawing/2014/main" id="{B8F828AE-FE31-9ADA-8CD8-7B103C1FD205}"/>
              </a:ext>
            </a:extLst>
          </p:cNvPr>
          <p:cNvGrpSpPr/>
          <p:nvPr/>
        </p:nvGrpSpPr>
        <p:grpSpPr>
          <a:xfrm>
            <a:off x="9778076" y="49110"/>
            <a:ext cx="1139332" cy="5644116"/>
            <a:chOff x="8744319" y="714873"/>
            <a:chExt cx="885950" cy="5639586"/>
          </a:xfrm>
        </p:grpSpPr>
        <p:pic>
          <p:nvPicPr>
            <p:cNvPr id="33" name="Picture 15">
              <a:extLst>
                <a:ext uri="{FF2B5EF4-FFF2-40B4-BE49-F238E27FC236}">
                  <a16:creationId xmlns:a16="http://schemas.microsoft.com/office/drawing/2014/main" id="{F42733AD-D050-41E5-BD26-56A60774793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744320" y="714873"/>
              <a:ext cx="885949" cy="3972479"/>
            </a:xfrm>
            <a:prstGeom prst="rect">
              <a:avLst/>
            </a:prstGeom>
          </p:spPr>
        </p:pic>
        <p:pic>
          <p:nvPicPr>
            <p:cNvPr id="34" name="Picture 19">
              <a:extLst>
                <a:ext uri="{FF2B5EF4-FFF2-40B4-BE49-F238E27FC236}">
                  <a16:creationId xmlns:a16="http://schemas.microsoft.com/office/drawing/2014/main" id="{5412DF2D-4C32-0A87-8D14-E4DC986ADD2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744319" y="4687352"/>
              <a:ext cx="885949" cy="790685"/>
            </a:xfrm>
            <a:prstGeom prst="rect">
              <a:avLst/>
            </a:prstGeom>
          </p:spPr>
        </p:pic>
        <p:pic>
          <p:nvPicPr>
            <p:cNvPr id="35" name="Picture 23">
              <a:extLst>
                <a:ext uri="{FF2B5EF4-FFF2-40B4-BE49-F238E27FC236}">
                  <a16:creationId xmlns:a16="http://schemas.microsoft.com/office/drawing/2014/main" id="{B47C5D93-B988-1467-73A5-BC0E5CC0082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744319" y="5478037"/>
              <a:ext cx="885949" cy="876422"/>
            </a:xfrm>
            <a:prstGeom prst="rect">
              <a:avLst/>
            </a:prstGeom>
          </p:spPr>
        </p:pic>
        <p:cxnSp>
          <p:nvCxnSpPr>
            <p:cNvPr id="36" name="Straight Connector 25">
              <a:extLst>
                <a:ext uri="{FF2B5EF4-FFF2-40B4-BE49-F238E27FC236}">
                  <a16:creationId xmlns:a16="http://schemas.microsoft.com/office/drawing/2014/main" id="{67272125-262A-99D2-3205-FB95AD0A54E6}"/>
                </a:ext>
              </a:extLst>
            </p:cNvPr>
            <p:cNvCxnSpPr/>
            <p:nvPr/>
          </p:nvCxnSpPr>
          <p:spPr>
            <a:xfrm>
              <a:off x="8744319" y="4687352"/>
              <a:ext cx="885949" cy="0"/>
            </a:xfrm>
            <a:prstGeom prst="line">
              <a:avLst/>
            </a:prstGeom>
            <a:ln w="19050">
              <a:solidFill>
                <a:schemeClr val="tx1">
                  <a:lumMod val="95000"/>
                  <a:lumOff val="5000"/>
                </a:schemeClr>
              </a:solidFill>
              <a:prstDash val="sysDash"/>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453695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900" decel="100000" fill="hold"/>
                                        <p:tgtEl>
                                          <p:spTgt spid="2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3"/>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anim calcmode="lin" valueType="num">
                                      <p:cBhvr>
                                        <p:cTn id="14" dur="1000" fill="hold"/>
                                        <p:tgtEl>
                                          <p:spTgt spid="27"/>
                                        </p:tgtEl>
                                        <p:attrNameLst>
                                          <p:attrName>ppt_x</p:attrName>
                                        </p:attrNameLst>
                                      </p:cBhvr>
                                      <p:tavLst>
                                        <p:tav tm="0">
                                          <p:val>
                                            <p:strVal val="#ppt_x"/>
                                          </p:val>
                                        </p:tav>
                                        <p:tav tm="100000">
                                          <p:val>
                                            <p:strVal val="#ppt_x"/>
                                          </p:val>
                                        </p:tav>
                                      </p:tavLst>
                                    </p:anim>
                                    <p:anim calcmode="lin" valueType="num">
                                      <p:cBhvr>
                                        <p:cTn id="15" dur="900" decel="100000" fill="hold"/>
                                        <p:tgtEl>
                                          <p:spTgt spid="2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1000"/>
                                        <p:tgtEl>
                                          <p:spTgt spid="32"/>
                                        </p:tgtEl>
                                      </p:cBhvr>
                                    </p:animEffect>
                                    <p:anim calcmode="lin" valueType="num">
                                      <p:cBhvr>
                                        <p:cTn id="20" dur="1000" fill="hold"/>
                                        <p:tgtEl>
                                          <p:spTgt spid="32"/>
                                        </p:tgtEl>
                                        <p:attrNameLst>
                                          <p:attrName>ppt_x</p:attrName>
                                        </p:attrNameLst>
                                      </p:cBhvr>
                                      <p:tavLst>
                                        <p:tav tm="0">
                                          <p:val>
                                            <p:strVal val="#ppt_x"/>
                                          </p:val>
                                        </p:tav>
                                        <p:tav tm="100000">
                                          <p:val>
                                            <p:strVal val="#ppt_x"/>
                                          </p:val>
                                        </p:tav>
                                      </p:tavLst>
                                    </p:anim>
                                    <p:anim calcmode="lin" valueType="num">
                                      <p:cBhvr>
                                        <p:cTn id="21" dur="900" decel="100000" fill="hold"/>
                                        <p:tgtEl>
                                          <p:spTgt spid="32"/>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a:extLst>
            <a:ext uri="{FF2B5EF4-FFF2-40B4-BE49-F238E27FC236}">
              <a16:creationId xmlns:a16="http://schemas.microsoft.com/office/drawing/2014/main" id="{03AED2BD-99F7-EBF8-B6B0-C1CFEF8F2EE9}"/>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6CC3B8B8-9A12-4667-6628-7A1039965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3988" y="70843"/>
            <a:ext cx="1014265" cy="6411600"/>
          </a:xfrm>
          <a:prstGeom prst="rect">
            <a:avLst/>
          </a:prstGeom>
          <a:ln>
            <a:solidFill>
              <a:schemeClr val="tx1"/>
            </a:solidFill>
          </a:ln>
          <a:scene3d>
            <a:camera prst="perspectiveRelaxedModerately" fov="3900000">
              <a:rot lat="17400000" lon="0" rev="0"/>
            </a:camera>
            <a:lightRig rig="threePt" dir="t"/>
          </a:scene3d>
        </p:spPr>
      </p:pic>
      <p:pic>
        <p:nvPicPr>
          <p:cNvPr id="16" name="图片 15">
            <a:extLst>
              <a:ext uri="{FF2B5EF4-FFF2-40B4-BE49-F238E27FC236}">
                <a16:creationId xmlns:a16="http://schemas.microsoft.com/office/drawing/2014/main" id="{E44F8831-14F1-2DE3-4707-3425931EF7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7223" y="250371"/>
            <a:ext cx="1255487" cy="6422571"/>
          </a:xfrm>
          <a:prstGeom prst="rect">
            <a:avLst/>
          </a:prstGeom>
          <a:ln>
            <a:noFill/>
          </a:ln>
          <a:scene3d>
            <a:camera prst="perspectiveRelaxedModerately" fov="3900000">
              <a:rot lat="17400000" lon="0" rev="0"/>
            </a:camera>
            <a:lightRig rig="threePt" dir="t"/>
          </a:scene3d>
        </p:spPr>
      </p:pic>
      <p:pic>
        <p:nvPicPr>
          <p:cNvPr id="14" name="图片 13">
            <a:extLst>
              <a:ext uri="{FF2B5EF4-FFF2-40B4-BE49-F238E27FC236}">
                <a16:creationId xmlns:a16="http://schemas.microsoft.com/office/drawing/2014/main" id="{9449B02D-2C6A-3EF9-58B4-9DE3A6F43E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4321" y="486229"/>
            <a:ext cx="1040661" cy="6371772"/>
          </a:xfrm>
          <a:prstGeom prst="rect">
            <a:avLst/>
          </a:prstGeom>
          <a:ln>
            <a:noFill/>
          </a:ln>
          <a:scene3d>
            <a:camera prst="perspectiveRelaxedModerately" fov="3900000">
              <a:rot lat="17400000" lon="0" rev="0"/>
            </a:camera>
            <a:lightRig rig="threePt" dir="t"/>
          </a:scene3d>
        </p:spPr>
      </p:pic>
      <p:pic>
        <p:nvPicPr>
          <p:cNvPr id="11" name="图片 10">
            <a:extLst>
              <a:ext uri="{FF2B5EF4-FFF2-40B4-BE49-F238E27FC236}">
                <a16:creationId xmlns:a16="http://schemas.microsoft.com/office/drawing/2014/main" id="{43083394-95EE-011E-1477-D568E616A1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11990" y="486229"/>
            <a:ext cx="1023257" cy="6371771"/>
          </a:xfrm>
          <a:prstGeom prst="rect">
            <a:avLst/>
          </a:prstGeom>
          <a:scene3d>
            <a:camera prst="perspectiveRelaxedModerately" fov="3900000">
              <a:rot lat="17400000" lon="0" rev="0"/>
            </a:camera>
            <a:lightRig rig="threePt" dir="t"/>
          </a:scene3d>
        </p:spPr>
      </p:pic>
      <p:pic>
        <p:nvPicPr>
          <p:cNvPr id="9" name="图片 8">
            <a:extLst>
              <a:ext uri="{FF2B5EF4-FFF2-40B4-BE49-F238E27FC236}">
                <a16:creationId xmlns:a16="http://schemas.microsoft.com/office/drawing/2014/main" id="{A3075328-6C52-4B1F-8B75-C2523D9C07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06375" y="70843"/>
            <a:ext cx="10134598" cy="5758544"/>
          </a:xfrm>
          <a:prstGeom prst="rect">
            <a:avLst/>
          </a:prstGeom>
          <a:scene3d>
            <a:camera prst="perspectiveRelaxedModerately" fov="0">
              <a:rot lat="0" lon="0" rev="0"/>
            </a:camera>
            <a:lightRig rig="threePt" dir="t"/>
          </a:scene3d>
        </p:spPr>
      </p:pic>
      <p:sp>
        <p:nvSpPr>
          <p:cNvPr id="2" name="文本框 1">
            <a:extLst>
              <a:ext uri="{FF2B5EF4-FFF2-40B4-BE49-F238E27FC236}">
                <a16:creationId xmlns:a16="http://schemas.microsoft.com/office/drawing/2014/main" id="{31E28C33-93C7-E816-80AE-E8EB68707C54}"/>
              </a:ext>
            </a:extLst>
          </p:cNvPr>
          <p:cNvSpPr txBox="1"/>
          <p:nvPr/>
        </p:nvSpPr>
        <p:spPr>
          <a:xfrm>
            <a:off x="109129" y="595086"/>
            <a:ext cx="1785257" cy="4154984"/>
          </a:xfrm>
          <a:prstGeom prst="rect">
            <a:avLst/>
          </a:prstGeom>
          <a:noFill/>
        </p:spPr>
        <p:txBody>
          <a:bodyPr wrap="square" rtlCol="0">
            <a:spAutoFit/>
          </a:bodyPr>
          <a:lstStyle/>
          <a:p>
            <a:r>
              <a:rPr lang="en-US" altLang="zh-CN" sz="2400" dirty="0">
                <a:solidFill>
                  <a:schemeClr val="bg1"/>
                </a:solidFill>
              </a:rPr>
              <a:t>Compare the distance between a bachelor's degree and an advanced degree, and calculate the annual gap between the two degrees</a:t>
            </a:r>
            <a:endParaRPr lang="zh-CN" altLang="en-US" sz="2400" dirty="0">
              <a:solidFill>
                <a:schemeClr val="bg1"/>
              </a:solidFill>
            </a:endParaRPr>
          </a:p>
        </p:txBody>
      </p:sp>
    </p:spTree>
    <p:extLst>
      <p:ext uri="{BB962C8B-B14F-4D97-AF65-F5344CB8AC3E}">
        <p14:creationId xmlns:p14="http://schemas.microsoft.com/office/powerpoint/2010/main" val="4217033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E0FF1B09-979A-8D72-C05A-1775D6331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1500" y="0"/>
            <a:ext cx="8726787" cy="6150897"/>
          </a:xfrm>
          <a:prstGeom prst="rect">
            <a:avLst/>
          </a:prstGeom>
        </p:spPr>
      </p:pic>
      <p:sp>
        <p:nvSpPr>
          <p:cNvPr id="10" name="文本框 9">
            <a:extLst>
              <a:ext uri="{FF2B5EF4-FFF2-40B4-BE49-F238E27FC236}">
                <a16:creationId xmlns:a16="http://schemas.microsoft.com/office/drawing/2014/main" id="{7BFF3D38-829E-8410-1025-462D854A0299}"/>
              </a:ext>
            </a:extLst>
          </p:cNvPr>
          <p:cNvSpPr txBox="1"/>
          <p:nvPr/>
        </p:nvSpPr>
        <p:spPr>
          <a:xfrm>
            <a:off x="63938" y="235666"/>
            <a:ext cx="3490175" cy="3231654"/>
          </a:xfrm>
          <a:prstGeom prst="rect">
            <a:avLst/>
          </a:prstGeom>
          <a:noFill/>
        </p:spPr>
        <p:txBody>
          <a:bodyPr wrap="square" rtlCol="0">
            <a:spAutoFit/>
          </a:bodyPr>
          <a:lstStyle/>
          <a:p>
            <a:r>
              <a:rPr lang="en-US" altLang="zh-CN" sz="2400" dirty="0">
                <a:solidFill>
                  <a:schemeClr val="bg1"/>
                </a:solidFill>
              </a:rPr>
              <a:t>Overall downward trend:</a:t>
            </a:r>
          </a:p>
          <a:p>
            <a:r>
              <a:rPr lang="en-US" altLang="zh-CN" dirty="0">
                <a:solidFill>
                  <a:schemeClr val="bg1"/>
                </a:solidFill>
              </a:rPr>
              <a:t>From 1979 to 2006, the employment rate gap (advanced degree holder employment rate minus bachelor degree holder employment rate) showed an overall </a:t>
            </a:r>
            <a:r>
              <a:rPr lang="en-US" altLang="zh-CN" b="1" i="1" u="sng" dirty="0">
                <a:solidFill>
                  <a:schemeClr val="bg1"/>
                </a:solidFill>
              </a:rPr>
              <a:t>downward trend</a:t>
            </a:r>
            <a:r>
              <a:rPr lang="en-US" altLang="zh-CN" dirty="0">
                <a:solidFill>
                  <a:schemeClr val="bg1"/>
                </a:solidFill>
              </a:rPr>
              <a:t>, indicating that over time, the employment advantage gap between bachelor‘s and advanced degrees gradually narrowed.</a:t>
            </a:r>
            <a:endParaRPr lang="zh-CN" altLang="en-US" dirty="0">
              <a:solidFill>
                <a:schemeClr val="bg1"/>
              </a:solidFill>
            </a:endParaRPr>
          </a:p>
        </p:txBody>
      </p:sp>
      <p:sp>
        <p:nvSpPr>
          <p:cNvPr id="11" name="文本框 10">
            <a:extLst>
              <a:ext uri="{FF2B5EF4-FFF2-40B4-BE49-F238E27FC236}">
                <a16:creationId xmlns:a16="http://schemas.microsoft.com/office/drawing/2014/main" id="{D88D71D6-95DA-FCE2-4101-F0A206B3EF2D}"/>
              </a:ext>
            </a:extLst>
          </p:cNvPr>
          <p:cNvSpPr txBox="1"/>
          <p:nvPr/>
        </p:nvSpPr>
        <p:spPr>
          <a:xfrm>
            <a:off x="63938" y="3354864"/>
            <a:ext cx="3401276" cy="2308324"/>
          </a:xfrm>
          <a:prstGeom prst="rect">
            <a:avLst/>
          </a:prstGeom>
          <a:noFill/>
        </p:spPr>
        <p:txBody>
          <a:bodyPr wrap="square" rtlCol="0">
            <a:spAutoFit/>
          </a:bodyPr>
          <a:lstStyle/>
          <a:p>
            <a:r>
              <a:rPr lang="en-US" altLang="zh-CN" dirty="0">
                <a:solidFill>
                  <a:schemeClr val="bg1"/>
                </a:solidFill>
              </a:rPr>
              <a:t>After 2006, the employment rate gap fluctuated and formed multiple local highs (2.4 in 2012; 2.5 in 2021), but the fluctuation range remained relatively stable, approximately between 1-2.5, a significant decrease compared to 1979.</a:t>
            </a:r>
            <a:endParaRPr lang="zh-CN" altLang="en-US" dirty="0">
              <a:solidFill>
                <a:schemeClr val="bg1"/>
              </a:solidFill>
            </a:endParaRPr>
          </a:p>
        </p:txBody>
      </p:sp>
      <p:sp>
        <p:nvSpPr>
          <p:cNvPr id="12" name="文本框 11">
            <a:extLst>
              <a:ext uri="{FF2B5EF4-FFF2-40B4-BE49-F238E27FC236}">
                <a16:creationId xmlns:a16="http://schemas.microsoft.com/office/drawing/2014/main" id="{473AA893-D4CC-1947-5D65-60E5E74AABC1}"/>
              </a:ext>
            </a:extLst>
          </p:cNvPr>
          <p:cNvSpPr txBox="1"/>
          <p:nvPr/>
        </p:nvSpPr>
        <p:spPr>
          <a:xfrm>
            <a:off x="22081" y="5550732"/>
            <a:ext cx="3136005" cy="1200329"/>
          </a:xfrm>
          <a:prstGeom prst="rect">
            <a:avLst/>
          </a:prstGeom>
          <a:noFill/>
        </p:spPr>
        <p:txBody>
          <a:bodyPr wrap="square" rtlCol="0">
            <a:spAutoFit/>
          </a:bodyPr>
          <a:lstStyle/>
          <a:p>
            <a:r>
              <a:rPr lang="en-US" altLang="zh-CN" dirty="0">
                <a:solidFill>
                  <a:schemeClr val="bg1"/>
                </a:solidFill>
              </a:rPr>
              <a:t>The popularization of education has led to a decrease in the value of high academic qualifications.</a:t>
            </a:r>
            <a:endParaRPr lang="zh-CN" altLang="en-US" dirty="0">
              <a:solidFill>
                <a:schemeClr val="bg1"/>
              </a:solidFill>
            </a:endParaRPr>
          </a:p>
        </p:txBody>
      </p:sp>
    </p:spTree>
    <p:extLst>
      <p:ext uri="{BB962C8B-B14F-4D97-AF65-F5344CB8AC3E}">
        <p14:creationId xmlns:p14="http://schemas.microsoft.com/office/powerpoint/2010/main" val="25888199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457CED3-8FB2-1E18-E5E1-7ED9B6B35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348" y="2919520"/>
            <a:ext cx="3882981" cy="3793591"/>
          </a:xfrm>
          <a:prstGeom prst="rect">
            <a:avLst/>
          </a:prstGeom>
        </p:spPr>
      </p:pic>
      <p:pic>
        <p:nvPicPr>
          <p:cNvPr id="7" name="图片 6">
            <a:extLst>
              <a:ext uri="{FF2B5EF4-FFF2-40B4-BE49-F238E27FC236}">
                <a16:creationId xmlns:a16="http://schemas.microsoft.com/office/drawing/2014/main" id="{1E16BB0D-CFEC-D528-E856-17BE33B7D1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4802" y="2919520"/>
            <a:ext cx="4071871" cy="3793591"/>
          </a:xfrm>
          <a:prstGeom prst="rect">
            <a:avLst/>
          </a:prstGeom>
        </p:spPr>
      </p:pic>
      <p:pic>
        <p:nvPicPr>
          <p:cNvPr id="9" name="图片 8">
            <a:extLst>
              <a:ext uri="{FF2B5EF4-FFF2-40B4-BE49-F238E27FC236}">
                <a16:creationId xmlns:a16="http://schemas.microsoft.com/office/drawing/2014/main" id="{D1BDA7DB-2004-3704-62BA-15B3F58467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96146" y="2919520"/>
            <a:ext cx="3821300" cy="3793591"/>
          </a:xfrm>
          <a:prstGeom prst="rect">
            <a:avLst/>
          </a:prstGeom>
        </p:spPr>
      </p:pic>
      <p:sp>
        <p:nvSpPr>
          <p:cNvPr id="10" name="文本框 9">
            <a:extLst>
              <a:ext uri="{FF2B5EF4-FFF2-40B4-BE49-F238E27FC236}">
                <a16:creationId xmlns:a16="http://schemas.microsoft.com/office/drawing/2014/main" id="{BD2F6E49-6CCD-742F-943F-2BA0B3F74AD3}"/>
              </a:ext>
            </a:extLst>
          </p:cNvPr>
          <p:cNvSpPr txBox="1"/>
          <p:nvPr/>
        </p:nvSpPr>
        <p:spPr>
          <a:xfrm>
            <a:off x="216000" y="144889"/>
            <a:ext cx="2764800" cy="830997"/>
          </a:xfrm>
          <a:prstGeom prst="rect">
            <a:avLst/>
          </a:prstGeom>
          <a:noFill/>
        </p:spPr>
        <p:txBody>
          <a:bodyPr wrap="square" rtlCol="0">
            <a:spAutoFit/>
          </a:bodyPr>
          <a:lstStyle/>
          <a:p>
            <a:r>
              <a:rPr lang="en-US" altLang="zh-CN" sz="4800" b="1" dirty="0">
                <a:solidFill>
                  <a:schemeClr val="bg1"/>
                </a:solidFill>
              </a:rPr>
              <a:t>Gender</a:t>
            </a:r>
            <a:endParaRPr lang="zh-CN" altLang="en-US" sz="4800" b="1" dirty="0">
              <a:solidFill>
                <a:schemeClr val="bg1"/>
              </a:solidFill>
            </a:endParaRPr>
          </a:p>
        </p:txBody>
      </p:sp>
      <p:sp>
        <p:nvSpPr>
          <p:cNvPr id="12" name="文本框 11">
            <a:extLst>
              <a:ext uri="{FF2B5EF4-FFF2-40B4-BE49-F238E27FC236}">
                <a16:creationId xmlns:a16="http://schemas.microsoft.com/office/drawing/2014/main" id="{153AEFFD-29C7-536C-59DE-C470677051AD}"/>
              </a:ext>
            </a:extLst>
          </p:cNvPr>
          <p:cNvSpPr txBox="1"/>
          <p:nvPr/>
        </p:nvSpPr>
        <p:spPr>
          <a:xfrm>
            <a:off x="216000" y="921600"/>
            <a:ext cx="11760000" cy="1938992"/>
          </a:xfrm>
          <a:prstGeom prst="rect">
            <a:avLst/>
          </a:prstGeom>
          <a:noFill/>
        </p:spPr>
        <p:txBody>
          <a:bodyPr wrap="square" rtlCol="0">
            <a:spAutoFit/>
          </a:bodyPr>
          <a:lstStyle/>
          <a:p>
            <a:r>
              <a:rPr lang="en-US" altLang="zh-CN" sz="2400" dirty="0">
                <a:solidFill>
                  <a:schemeClr val="bg1"/>
                </a:solidFill>
              </a:rPr>
              <a:t>         These charts show the comparison of employment rates between men and women of different ages, educational backgrounds, and ethnicities. From the comparison of three perspectives, it can be clearly seen that the employment rate of men is generally higher than that of women. Has the progress of human civilization not improved the phenomenon of gender inequality?</a:t>
            </a:r>
            <a:endParaRPr lang="zh-CN" altLang="en-US" sz="2400" dirty="0">
              <a:solidFill>
                <a:schemeClr val="bg1"/>
              </a:solidFill>
            </a:endParaRPr>
          </a:p>
        </p:txBody>
      </p:sp>
    </p:spTree>
    <p:extLst>
      <p:ext uri="{BB962C8B-B14F-4D97-AF65-F5344CB8AC3E}">
        <p14:creationId xmlns:p14="http://schemas.microsoft.com/office/powerpoint/2010/main" val="3444379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a:extLst>
            <a:ext uri="{FF2B5EF4-FFF2-40B4-BE49-F238E27FC236}">
              <a16:creationId xmlns:a16="http://schemas.microsoft.com/office/drawing/2014/main" id="{0968F1CB-FF97-30B7-E1EE-7C56F359468C}"/>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BA24C86E-7931-CD36-9D89-D96E1F863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2" y="2919520"/>
            <a:ext cx="4071871" cy="3793591"/>
          </a:xfrm>
          <a:prstGeom prst="rect">
            <a:avLst/>
          </a:prstGeom>
        </p:spPr>
      </p:pic>
      <p:pic>
        <p:nvPicPr>
          <p:cNvPr id="9" name="图片 8">
            <a:extLst>
              <a:ext uri="{FF2B5EF4-FFF2-40B4-BE49-F238E27FC236}">
                <a16:creationId xmlns:a16="http://schemas.microsoft.com/office/drawing/2014/main" id="{07CDEC2A-58E5-11FE-262B-42D82A9C0C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6146" y="2919520"/>
            <a:ext cx="3821300" cy="3793591"/>
          </a:xfrm>
          <a:prstGeom prst="rect">
            <a:avLst/>
          </a:prstGeom>
        </p:spPr>
      </p:pic>
      <p:pic>
        <p:nvPicPr>
          <p:cNvPr id="3" name="图片 2">
            <a:extLst>
              <a:ext uri="{FF2B5EF4-FFF2-40B4-BE49-F238E27FC236}">
                <a16:creationId xmlns:a16="http://schemas.microsoft.com/office/drawing/2014/main" id="{511E8F3D-4EFF-BA5F-B5A8-7685297B3E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348" y="241551"/>
            <a:ext cx="9108052" cy="6471560"/>
          </a:xfrm>
          <a:prstGeom prst="rect">
            <a:avLst/>
          </a:prstGeom>
        </p:spPr>
      </p:pic>
    </p:spTree>
    <p:extLst>
      <p:ext uri="{BB962C8B-B14F-4D97-AF65-F5344CB8AC3E}">
        <p14:creationId xmlns:p14="http://schemas.microsoft.com/office/powerpoint/2010/main" val="2248497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a:extLst>
            <a:ext uri="{FF2B5EF4-FFF2-40B4-BE49-F238E27FC236}">
              <a16:creationId xmlns:a16="http://schemas.microsoft.com/office/drawing/2014/main" id="{2144681D-922B-42C2-AFDF-6F809790438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426E7DB-A019-992B-1A4A-172B416CA5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348" y="2919520"/>
            <a:ext cx="3882981" cy="3793591"/>
          </a:xfrm>
          <a:prstGeom prst="rect">
            <a:avLst/>
          </a:prstGeom>
        </p:spPr>
      </p:pic>
      <p:pic>
        <p:nvPicPr>
          <p:cNvPr id="9" name="图片 8">
            <a:extLst>
              <a:ext uri="{FF2B5EF4-FFF2-40B4-BE49-F238E27FC236}">
                <a16:creationId xmlns:a16="http://schemas.microsoft.com/office/drawing/2014/main" id="{755F0618-4849-CF40-6FB3-3A909A1580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6146" y="2919520"/>
            <a:ext cx="3821300" cy="3793591"/>
          </a:xfrm>
          <a:prstGeom prst="rect">
            <a:avLst/>
          </a:prstGeom>
        </p:spPr>
      </p:pic>
      <p:pic>
        <p:nvPicPr>
          <p:cNvPr id="7" name="图片 6">
            <a:extLst>
              <a:ext uri="{FF2B5EF4-FFF2-40B4-BE49-F238E27FC236}">
                <a16:creationId xmlns:a16="http://schemas.microsoft.com/office/drawing/2014/main" id="{5BDFD0EC-2B85-DFB5-939F-72C5A6779E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3600" y="219829"/>
            <a:ext cx="7848000" cy="6493283"/>
          </a:xfrm>
          <a:prstGeom prst="rect">
            <a:avLst/>
          </a:prstGeom>
        </p:spPr>
      </p:pic>
    </p:spTree>
    <p:extLst>
      <p:ext uri="{BB962C8B-B14F-4D97-AF65-F5344CB8AC3E}">
        <p14:creationId xmlns:p14="http://schemas.microsoft.com/office/powerpoint/2010/main" val="3635126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a:extLst>
            <a:ext uri="{FF2B5EF4-FFF2-40B4-BE49-F238E27FC236}">
              <a16:creationId xmlns:a16="http://schemas.microsoft.com/office/drawing/2014/main" id="{B5E74246-45A7-CCE3-B129-6E137683E52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7A70E27-A592-EFB8-8296-C98F0FF613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348" y="2919520"/>
            <a:ext cx="3882981" cy="3793591"/>
          </a:xfrm>
          <a:prstGeom prst="rect">
            <a:avLst/>
          </a:prstGeom>
        </p:spPr>
      </p:pic>
      <p:pic>
        <p:nvPicPr>
          <p:cNvPr id="7" name="图片 6">
            <a:extLst>
              <a:ext uri="{FF2B5EF4-FFF2-40B4-BE49-F238E27FC236}">
                <a16:creationId xmlns:a16="http://schemas.microsoft.com/office/drawing/2014/main" id="{1C039FE2-0A44-EA20-F3CD-E324B5B7B5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4802" y="2919520"/>
            <a:ext cx="4071871" cy="3793591"/>
          </a:xfrm>
          <a:prstGeom prst="rect">
            <a:avLst/>
          </a:prstGeom>
        </p:spPr>
      </p:pic>
      <p:pic>
        <p:nvPicPr>
          <p:cNvPr id="9" name="图片 8">
            <a:extLst>
              <a:ext uri="{FF2B5EF4-FFF2-40B4-BE49-F238E27FC236}">
                <a16:creationId xmlns:a16="http://schemas.microsoft.com/office/drawing/2014/main" id="{91261778-FA71-FE12-DEAA-CB69D8BCE1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5329" y="101558"/>
            <a:ext cx="8112117" cy="6611554"/>
          </a:xfrm>
          <a:prstGeom prst="rect">
            <a:avLst/>
          </a:prstGeom>
        </p:spPr>
      </p:pic>
    </p:spTree>
    <p:extLst>
      <p:ext uri="{BB962C8B-B14F-4D97-AF65-F5344CB8AC3E}">
        <p14:creationId xmlns:p14="http://schemas.microsoft.com/office/powerpoint/2010/main" val="3216771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F513F94-ADC7-605A-B500-FBF0D8C9A3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72" y="80910"/>
            <a:ext cx="9321609" cy="6560959"/>
          </a:xfrm>
          <a:prstGeom prst="rect">
            <a:avLst/>
          </a:prstGeom>
        </p:spPr>
      </p:pic>
      <p:sp>
        <p:nvSpPr>
          <p:cNvPr id="6" name="文本框 5">
            <a:extLst>
              <a:ext uri="{FF2B5EF4-FFF2-40B4-BE49-F238E27FC236}">
                <a16:creationId xmlns:a16="http://schemas.microsoft.com/office/drawing/2014/main" id="{EE8883E8-C954-84F5-6A01-D64EB93410DB}"/>
              </a:ext>
            </a:extLst>
          </p:cNvPr>
          <p:cNvSpPr txBox="1"/>
          <p:nvPr/>
        </p:nvSpPr>
        <p:spPr>
          <a:xfrm>
            <a:off x="9393381" y="117693"/>
            <a:ext cx="2798619" cy="5632311"/>
          </a:xfrm>
          <a:prstGeom prst="rect">
            <a:avLst/>
          </a:prstGeom>
          <a:noFill/>
        </p:spPr>
        <p:txBody>
          <a:bodyPr wrap="square" rtlCol="0">
            <a:spAutoFit/>
          </a:bodyPr>
          <a:lstStyle/>
          <a:p>
            <a:r>
              <a:rPr lang="en-US" altLang="zh-CN" dirty="0">
                <a:solidFill>
                  <a:schemeClr val="bg1"/>
                </a:solidFill>
              </a:rPr>
              <a:t>This chart is a line graph of the difference in employment rates between men and women of different ages (male employment rate minus female employment rate), which reflects the changes in the difference in employment rates between men and women of different ages from 1979 to 2022. It can be seen that although most of the values are still positive, the overall trend (blue line) is downward, indicating that men and women are stepping towards equality in employment.</a:t>
            </a:r>
            <a:endParaRPr lang="zh-CN" altLang="en-US" dirty="0">
              <a:solidFill>
                <a:schemeClr val="bg1"/>
              </a:solidFill>
            </a:endParaRPr>
          </a:p>
        </p:txBody>
      </p:sp>
    </p:spTree>
    <p:extLst>
      <p:ext uri="{BB962C8B-B14F-4D97-AF65-F5344CB8AC3E}">
        <p14:creationId xmlns:p14="http://schemas.microsoft.com/office/powerpoint/2010/main" val="1063424533"/>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5000" b="-15000"/>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4363013-EAFD-5C6C-1851-59E331C395DC}"/>
              </a:ext>
            </a:extLst>
          </p:cNvPr>
          <p:cNvSpPr txBox="1"/>
          <p:nvPr/>
        </p:nvSpPr>
        <p:spPr>
          <a:xfrm>
            <a:off x="199506" y="116378"/>
            <a:ext cx="3441469" cy="923330"/>
          </a:xfrm>
          <a:prstGeom prst="rect">
            <a:avLst/>
          </a:prstGeom>
          <a:noFill/>
        </p:spPr>
        <p:txBody>
          <a:bodyPr wrap="square" rtlCol="0">
            <a:spAutoFit/>
          </a:bodyPr>
          <a:lstStyle/>
          <a:p>
            <a:r>
              <a:rPr lang="en-US" altLang="zh-CN" sz="5400" b="1" dirty="0">
                <a:solidFill>
                  <a:schemeClr val="bg1"/>
                </a:solidFill>
              </a:rPr>
              <a:t>Conclusion</a:t>
            </a:r>
            <a:endParaRPr lang="zh-CN" altLang="en-US" sz="5400" b="1" dirty="0">
              <a:solidFill>
                <a:schemeClr val="bg1"/>
              </a:solidFill>
            </a:endParaRPr>
          </a:p>
        </p:txBody>
      </p:sp>
      <p:sp>
        <p:nvSpPr>
          <p:cNvPr id="6" name="文本框 5">
            <a:extLst>
              <a:ext uri="{FF2B5EF4-FFF2-40B4-BE49-F238E27FC236}">
                <a16:creationId xmlns:a16="http://schemas.microsoft.com/office/drawing/2014/main" id="{9234E242-0F3C-D8B2-0C61-8B0F9A0FFB5E}"/>
              </a:ext>
            </a:extLst>
          </p:cNvPr>
          <p:cNvSpPr txBox="1"/>
          <p:nvPr/>
        </p:nvSpPr>
        <p:spPr>
          <a:xfrm>
            <a:off x="141316" y="1155469"/>
            <a:ext cx="12192000" cy="5262979"/>
          </a:xfrm>
          <a:prstGeom prst="rect">
            <a:avLst/>
          </a:prstGeom>
          <a:noFill/>
        </p:spPr>
        <p:txBody>
          <a:bodyPr wrap="square" rtlCol="0">
            <a:spAutoFit/>
          </a:bodyPr>
          <a:lstStyle/>
          <a:p>
            <a:r>
              <a:rPr lang="en-US" altLang="zh-CN" sz="2400" dirty="0">
                <a:solidFill>
                  <a:schemeClr val="bg1"/>
                </a:solidFill>
              </a:rPr>
              <a:t>① Changes in social conditions and economic policies may have a significant impact on the employment of different groups</a:t>
            </a:r>
          </a:p>
          <a:p>
            <a:r>
              <a:rPr lang="en-US" altLang="zh-CN" sz="2400" dirty="0">
                <a:solidFill>
                  <a:schemeClr val="bg1"/>
                </a:solidFill>
              </a:rPr>
              <a:t>② The younger the group, the greater they are impacted during economic recession</a:t>
            </a:r>
          </a:p>
          <a:p>
            <a:r>
              <a:rPr lang="en-US" altLang="zh-CN" sz="2400" dirty="0">
                <a:solidFill>
                  <a:schemeClr val="bg1"/>
                </a:solidFill>
              </a:rPr>
              <a:t>③ The 25-54 age group, as the core labor force, has the highest employment rate data; 65+years old is the lowest, but the data is stable and the ability to resist risks is the strongest</a:t>
            </a:r>
          </a:p>
          <a:p>
            <a:r>
              <a:rPr lang="en-US" altLang="zh-CN" sz="2400" dirty="0">
                <a:solidFill>
                  <a:schemeClr val="bg1"/>
                </a:solidFill>
              </a:rPr>
              <a:t>④ Young people account for a significant proportion in emerging technologies and technology positions</a:t>
            </a:r>
          </a:p>
          <a:p>
            <a:r>
              <a:rPr lang="en-US" altLang="zh-CN" sz="2400" dirty="0">
                <a:solidFill>
                  <a:schemeClr val="bg1"/>
                </a:solidFill>
              </a:rPr>
              <a:t>⑤ The higher the education level, the higher the employment rate, and the stronger the ability to resist risks during economic downturns, resulting in more stable data</a:t>
            </a:r>
          </a:p>
          <a:p>
            <a:r>
              <a:rPr lang="en-US" altLang="zh-CN" sz="2400" dirty="0">
                <a:solidFill>
                  <a:schemeClr val="bg1"/>
                </a:solidFill>
              </a:rPr>
              <a:t>⑥ The gap in employment rates between bachelor's and advanced degrees is decreasing year by year, possibly due to the popularization of education</a:t>
            </a:r>
          </a:p>
          <a:p>
            <a:r>
              <a:rPr lang="en-US" altLang="zh-CN" sz="2400" dirty="0">
                <a:solidFill>
                  <a:schemeClr val="bg1"/>
                </a:solidFill>
              </a:rPr>
              <a:t>⑦ Men and women are moving towards equality in employment, and the gap in employment rates between men and women is decreasing year by year, but the proportion of men in employment is still higher than that of women</a:t>
            </a:r>
            <a:endParaRPr lang="zh-CN" altLang="en-US" sz="2400" dirty="0">
              <a:solidFill>
                <a:schemeClr val="bg1"/>
              </a:solidFill>
            </a:endParaRPr>
          </a:p>
        </p:txBody>
      </p:sp>
      <p:sp>
        <p:nvSpPr>
          <p:cNvPr id="7" name="任意多边形: 形状 6">
            <a:extLst>
              <a:ext uri="{FF2B5EF4-FFF2-40B4-BE49-F238E27FC236}">
                <a16:creationId xmlns:a16="http://schemas.microsoft.com/office/drawing/2014/main" id="{84FA69DF-5E7F-2F54-3D56-480FDECED9DF}"/>
              </a:ext>
            </a:extLst>
          </p:cNvPr>
          <p:cNvSpPr/>
          <p:nvPr/>
        </p:nvSpPr>
        <p:spPr>
          <a:xfrm>
            <a:off x="0" y="-3429000"/>
            <a:ext cx="12192000" cy="3429000"/>
          </a:xfrm>
          <a:custGeom>
            <a:avLst/>
            <a:gdLst/>
            <a:ahLst/>
            <a:cxnLst/>
            <a:rect l="l" t="t" r="r" b="b"/>
            <a:pathLst>
              <a:path w="12192000" h="3429000">
                <a:moveTo>
                  <a:pt x="8580150" y="3387914"/>
                </a:moveTo>
                <a:cubicBezTo>
                  <a:pt x="8594606" y="3387914"/>
                  <a:pt x="8601833" y="3396174"/>
                  <a:pt x="8601833" y="3412693"/>
                </a:cubicBezTo>
                <a:lnTo>
                  <a:pt x="8598007" y="3429000"/>
                </a:lnTo>
                <a:lnTo>
                  <a:pt x="8479945" y="3429000"/>
                </a:lnTo>
                <a:lnTo>
                  <a:pt x="8500197" y="3416178"/>
                </a:lnTo>
                <a:cubicBezTo>
                  <a:pt x="8533882" y="3397335"/>
                  <a:pt x="8560533" y="3387914"/>
                  <a:pt x="8580150" y="3387914"/>
                </a:cubicBezTo>
                <a:close/>
                <a:moveTo>
                  <a:pt x="9393734" y="3349195"/>
                </a:moveTo>
                <a:lnTo>
                  <a:pt x="9403573" y="3429000"/>
                </a:lnTo>
                <a:lnTo>
                  <a:pt x="9319349" y="3429000"/>
                </a:lnTo>
                <a:lnTo>
                  <a:pt x="9332074" y="3415888"/>
                </a:lnTo>
                <a:cubicBezTo>
                  <a:pt x="9357177" y="3389495"/>
                  <a:pt x="9377730" y="3367264"/>
                  <a:pt x="9393734" y="3349195"/>
                </a:cubicBezTo>
                <a:close/>
                <a:moveTo>
                  <a:pt x="6163201" y="3321318"/>
                </a:moveTo>
                <a:lnTo>
                  <a:pt x="6085045" y="3429000"/>
                </a:lnTo>
                <a:lnTo>
                  <a:pt x="5939575" y="3429000"/>
                </a:lnTo>
                <a:lnTo>
                  <a:pt x="5976335" y="3409983"/>
                </a:lnTo>
                <a:cubicBezTo>
                  <a:pt x="6033800" y="3381590"/>
                  <a:pt x="6096089" y="3352034"/>
                  <a:pt x="6163201" y="3321318"/>
                </a:cubicBezTo>
                <a:close/>
                <a:moveTo>
                  <a:pt x="0" y="0"/>
                </a:moveTo>
                <a:lnTo>
                  <a:pt x="12192000" y="0"/>
                </a:lnTo>
                <a:lnTo>
                  <a:pt x="12192000" y="3429000"/>
                </a:lnTo>
                <a:lnTo>
                  <a:pt x="9697173" y="3429000"/>
                </a:lnTo>
                <a:lnTo>
                  <a:pt x="9687994" y="3338354"/>
                </a:lnTo>
                <a:cubicBezTo>
                  <a:pt x="9679734" y="3302216"/>
                  <a:pt x="9668118" y="3257561"/>
                  <a:pt x="9653148" y="3204388"/>
                </a:cubicBezTo>
                <a:cubicBezTo>
                  <a:pt x="9638176" y="3151214"/>
                  <a:pt x="9630691" y="3114819"/>
                  <a:pt x="9630691" y="3095201"/>
                </a:cubicBezTo>
                <a:cubicBezTo>
                  <a:pt x="9630691" y="3072486"/>
                  <a:pt x="9632756" y="3054934"/>
                  <a:pt x="9636886" y="3042544"/>
                </a:cubicBezTo>
                <a:lnTo>
                  <a:pt x="9627594" y="3013118"/>
                </a:lnTo>
                <a:cubicBezTo>
                  <a:pt x="9602814" y="3000728"/>
                  <a:pt x="9579582" y="2994533"/>
                  <a:pt x="9557900" y="2994533"/>
                </a:cubicBezTo>
                <a:cubicBezTo>
                  <a:pt x="9471170" y="2994533"/>
                  <a:pt x="9416448" y="3058031"/>
                  <a:pt x="9393734" y="3185028"/>
                </a:cubicBezTo>
                <a:cubicBezTo>
                  <a:pt x="9343658" y="3241299"/>
                  <a:pt x="9272803" y="3318607"/>
                  <a:pt x="9181169" y="3416952"/>
                </a:cubicBezTo>
                <a:lnTo>
                  <a:pt x="9169909" y="3429000"/>
                </a:lnTo>
                <a:lnTo>
                  <a:pt x="8795904" y="3429000"/>
                </a:lnTo>
                <a:lnTo>
                  <a:pt x="8817108" y="3333708"/>
                </a:lnTo>
                <a:cubicBezTo>
                  <a:pt x="8817108" y="3284148"/>
                  <a:pt x="8808332" y="3240525"/>
                  <a:pt x="8790780" y="3202839"/>
                </a:cubicBezTo>
                <a:cubicBezTo>
                  <a:pt x="8773228" y="3165153"/>
                  <a:pt x="8748446" y="3146310"/>
                  <a:pt x="8716440" y="3146310"/>
                </a:cubicBezTo>
                <a:cubicBezTo>
                  <a:pt x="8637970" y="3146310"/>
                  <a:pt x="8527235" y="3207227"/>
                  <a:pt x="8384235" y="3329061"/>
                </a:cubicBezTo>
                <a:lnTo>
                  <a:pt x="8272376" y="3429000"/>
                </a:lnTo>
                <a:lnTo>
                  <a:pt x="8094078" y="3429000"/>
                </a:lnTo>
                <a:lnTo>
                  <a:pt x="8176655" y="3330308"/>
                </a:lnTo>
                <a:cubicBezTo>
                  <a:pt x="8356212" y="3114653"/>
                  <a:pt x="8503100" y="2932777"/>
                  <a:pt x="8617320" y="2784678"/>
                </a:cubicBezTo>
                <a:cubicBezTo>
                  <a:pt x="8800072" y="2547721"/>
                  <a:pt x="8891448" y="2410141"/>
                  <a:pt x="8891448" y="2371938"/>
                </a:cubicBezTo>
                <a:cubicBezTo>
                  <a:pt x="8891448" y="2327541"/>
                  <a:pt x="8866668" y="2305342"/>
                  <a:pt x="8817108" y="2305342"/>
                </a:cubicBezTo>
                <a:cubicBezTo>
                  <a:pt x="8776841" y="2305342"/>
                  <a:pt x="8726506" y="2328315"/>
                  <a:pt x="8666106" y="2374261"/>
                </a:cubicBezTo>
                <a:cubicBezTo>
                  <a:pt x="8605704" y="2420207"/>
                  <a:pt x="8534720" y="2488352"/>
                  <a:pt x="8453154" y="2578696"/>
                </a:cubicBezTo>
                <a:cubicBezTo>
                  <a:pt x="8371587" y="2669039"/>
                  <a:pt x="8274532" y="2785453"/>
                  <a:pt x="8161990" y="2927937"/>
                </a:cubicBezTo>
                <a:cubicBezTo>
                  <a:pt x="8080423" y="3031187"/>
                  <a:pt x="8006858" y="3130048"/>
                  <a:pt x="7941294" y="3224521"/>
                </a:cubicBezTo>
                <a:cubicBezTo>
                  <a:pt x="7908513" y="3271758"/>
                  <a:pt x="7878699" y="3317381"/>
                  <a:pt x="7851855" y="3361391"/>
                </a:cubicBezTo>
                <a:lnTo>
                  <a:pt x="7813780" y="3429000"/>
                </a:lnTo>
                <a:lnTo>
                  <a:pt x="7618833" y="3429000"/>
                </a:lnTo>
                <a:lnTo>
                  <a:pt x="7619824" y="3427794"/>
                </a:lnTo>
                <a:cubicBezTo>
                  <a:pt x="7630924" y="3410499"/>
                  <a:pt x="7636473" y="3396173"/>
                  <a:pt x="7636473" y="3384816"/>
                </a:cubicBezTo>
                <a:cubicBezTo>
                  <a:pt x="7636473" y="3338354"/>
                  <a:pt x="7628472" y="3292408"/>
                  <a:pt x="7612468" y="3246978"/>
                </a:cubicBezTo>
                <a:cubicBezTo>
                  <a:pt x="7596464" y="3201548"/>
                  <a:pt x="7580202" y="3178833"/>
                  <a:pt x="7563682" y="3178833"/>
                </a:cubicBezTo>
                <a:cubicBezTo>
                  <a:pt x="7527545" y="3178833"/>
                  <a:pt x="7482115" y="3197934"/>
                  <a:pt x="7427393" y="3236137"/>
                </a:cubicBezTo>
                <a:lnTo>
                  <a:pt x="7177849" y="3429000"/>
                </a:lnTo>
                <a:lnTo>
                  <a:pt x="6999486" y="3429000"/>
                </a:lnTo>
                <a:lnTo>
                  <a:pt x="7001296" y="3427019"/>
                </a:lnTo>
                <a:cubicBezTo>
                  <a:pt x="7009427" y="3417985"/>
                  <a:pt x="7015428" y="3411145"/>
                  <a:pt x="7019300" y="3406498"/>
                </a:cubicBezTo>
                <a:cubicBezTo>
                  <a:pt x="7027043" y="3397206"/>
                  <a:pt x="7034013" y="3386881"/>
                  <a:pt x="7040208" y="3375524"/>
                </a:cubicBezTo>
                <a:cubicBezTo>
                  <a:pt x="7046403" y="3364166"/>
                  <a:pt x="7049500" y="3353325"/>
                  <a:pt x="7049500" y="3343000"/>
                </a:cubicBezTo>
                <a:cubicBezTo>
                  <a:pt x="7049500" y="3319253"/>
                  <a:pt x="7039433" y="3301700"/>
                  <a:pt x="7019300" y="3290343"/>
                </a:cubicBezTo>
                <a:cubicBezTo>
                  <a:pt x="6999166" y="3278985"/>
                  <a:pt x="6972579" y="3273307"/>
                  <a:pt x="6939539" y="3273307"/>
                </a:cubicBezTo>
                <a:cubicBezTo>
                  <a:pt x="6892045" y="3273307"/>
                  <a:pt x="6842485" y="3298861"/>
                  <a:pt x="6790860" y="3349969"/>
                </a:cubicBezTo>
                <a:cubicBezTo>
                  <a:pt x="6777954" y="3362746"/>
                  <a:pt x="6764435" y="3377347"/>
                  <a:pt x="6750302" y="3393770"/>
                </a:cubicBezTo>
                <a:lnTo>
                  <a:pt x="6721831" y="3429000"/>
                </a:lnTo>
                <a:lnTo>
                  <a:pt x="6301668" y="3429000"/>
                </a:lnTo>
                <a:lnTo>
                  <a:pt x="6297941" y="3411919"/>
                </a:lnTo>
                <a:cubicBezTo>
                  <a:pt x="6291746" y="3395915"/>
                  <a:pt x="6282970" y="3375007"/>
                  <a:pt x="6271613" y="3349195"/>
                </a:cubicBezTo>
                <a:cubicBezTo>
                  <a:pt x="6260255" y="3323383"/>
                  <a:pt x="6250963" y="3302216"/>
                  <a:pt x="6243735" y="3285697"/>
                </a:cubicBezTo>
                <a:cubicBezTo>
                  <a:pt x="6279873" y="3273307"/>
                  <a:pt x="6305169" y="3262724"/>
                  <a:pt x="6319624" y="3253947"/>
                </a:cubicBezTo>
                <a:cubicBezTo>
                  <a:pt x="6334079" y="3245171"/>
                  <a:pt x="6341306" y="3231491"/>
                  <a:pt x="6341306" y="3212906"/>
                </a:cubicBezTo>
                <a:cubicBezTo>
                  <a:pt x="6341306" y="3201548"/>
                  <a:pt x="6335886" y="3183996"/>
                  <a:pt x="6325044" y="3160248"/>
                </a:cubicBezTo>
                <a:cubicBezTo>
                  <a:pt x="6314203" y="3136501"/>
                  <a:pt x="6299490" y="3115593"/>
                  <a:pt x="6280905" y="3097524"/>
                </a:cubicBezTo>
                <a:cubicBezTo>
                  <a:pt x="6262320" y="3079456"/>
                  <a:pt x="6242187" y="3070421"/>
                  <a:pt x="6220504" y="3070421"/>
                </a:cubicBezTo>
                <a:cubicBezTo>
                  <a:pt x="6139970" y="3070421"/>
                  <a:pt x="6025879" y="3105010"/>
                  <a:pt x="5878232" y="3174187"/>
                </a:cubicBezTo>
                <a:cubicBezTo>
                  <a:pt x="5767497" y="3226070"/>
                  <a:pt x="5654149" y="3298571"/>
                  <a:pt x="5538187" y="3391689"/>
                </a:cubicBezTo>
                <a:lnTo>
                  <a:pt x="5494590" y="3429000"/>
                </a:lnTo>
                <a:lnTo>
                  <a:pt x="5127792" y="3429000"/>
                </a:lnTo>
                <a:lnTo>
                  <a:pt x="5151379" y="3400304"/>
                </a:lnTo>
                <a:cubicBezTo>
                  <a:pt x="5161704" y="3384816"/>
                  <a:pt x="5166866" y="3371910"/>
                  <a:pt x="5166866" y="3361585"/>
                </a:cubicBezTo>
                <a:cubicBezTo>
                  <a:pt x="5166866" y="3337838"/>
                  <a:pt x="5153444" y="3307637"/>
                  <a:pt x="5126599" y="3270984"/>
                </a:cubicBezTo>
                <a:cubicBezTo>
                  <a:pt x="5099754" y="3234330"/>
                  <a:pt x="5070844" y="3216003"/>
                  <a:pt x="5039869" y="3216003"/>
                </a:cubicBezTo>
                <a:cubicBezTo>
                  <a:pt x="5006829" y="3216003"/>
                  <a:pt x="4955205" y="3241041"/>
                  <a:pt x="4884995" y="3291117"/>
                </a:cubicBezTo>
                <a:cubicBezTo>
                  <a:pt x="4849890" y="3316155"/>
                  <a:pt x="4810914" y="3347195"/>
                  <a:pt x="4768065" y="3384235"/>
                </a:cubicBezTo>
                <a:lnTo>
                  <a:pt x="4717998" y="3429000"/>
                </a:lnTo>
                <a:lnTo>
                  <a:pt x="4508171" y="3429000"/>
                </a:lnTo>
                <a:lnTo>
                  <a:pt x="4591121" y="3327125"/>
                </a:lnTo>
                <a:cubicBezTo>
                  <a:pt x="4626742" y="3282728"/>
                  <a:pt x="4664041" y="3235621"/>
                  <a:pt x="4703018" y="3185803"/>
                </a:cubicBezTo>
                <a:cubicBezTo>
                  <a:pt x="4780972" y="3086167"/>
                  <a:pt x="4839565" y="3009246"/>
                  <a:pt x="4878800" y="2955040"/>
                </a:cubicBezTo>
                <a:cubicBezTo>
                  <a:pt x="4918035" y="2900834"/>
                  <a:pt x="4984631" y="2807135"/>
                  <a:pt x="5078589" y="2673943"/>
                </a:cubicBezTo>
                <a:cubicBezTo>
                  <a:pt x="5165317" y="2547979"/>
                  <a:pt x="5226493" y="2455312"/>
                  <a:pt x="5262114" y="2395944"/>
                </a:cubicBezTo>
                <a:cubicBezTo>
                  <a:pt x="5297735" y="2336575"/>
                  <a:pt x="5315546" y="2293985"/>
                  <a:pt x="5315546" y="2268173"/>
                </a:cubicBezTo>
                <a:cubicBezTo>
                  <a:pt x="5315546" y="2253718"/>
                  <a:pt x="5304446" y="2240811"/>
                  <a:pt x="5282247" y="2229454"/>
                </a:cubicBezTo>
                <a:cubicBezTo>
                  <a:pt x="5260049" y="2218097"/>
                  <a:pt x="5230881" y="2210869"/>
                  <a:pt x="5194744" y="2207772"/>
                </a:cubicBezTo>
                <a:cubicBezTo>
                  <a:pt x="5165834" y="2205707"/>
                  <a:pt x="5109047" y="2248813"/>
                  <a:pt x="5024383" y="2337092"/>
                </a:cubicBezTo>
                <a:cubicBezTo>
                  <a:pt x="4939718" y="2425370"/>
                  <a:pt x="4833112" y="2555464"/>
                  <a:pt x="4704566" y="2727375"/>
                </a:cubicBezTo>
                <a:cubicBezTo>
                  <a:pt x="4576021" y="2899285"/>
                  <a:pt x="4421406" y="3120497"/>
                  <a:pt x="4240719" y="3391011"/>
                </a:cubicBezTo>
                <a:lnTo>
                  <a:pt x="4216751" y="3429000"/>
                </a:lnTo>
                <a:lnTo>
                  <a:pt x="3817828" y="3429000"/>
                </a:lnTo>
                <a:lnTo>
                  <a:pt x="3818662" y="3427552"/>
                </a:lnTo>
                <a:cubicBezTo>
                  <a:pt x="3894744" y="3296973"/>
                  <a:pt x="3982732" y="3150569"/>
                  <a:pt x="4082626" y="2988338"/>
                </a:cubicBezTo>
                <a:cubicBezTo>
                  <a:pt x="4105341" y="2952201"/>
                  <a:pt x="4140704" y="2902125"/>
                  <a:pt x="4188714" y="2838110"/>
                </a:cubicBezTo>
                <a:cubicBezTo>
                  <a:pt x="4236725" y="2774095"/>
                  <a:pt x="4269765" y="2726084"/>
                  <a:pt x="4287834" y="2694077"/>
                </a:cubicBezTo>
                <a:cubicBezTo>
                  <a:pt x="4305903" y="2662070"/>
                  <a:pt x="4314937" y="2625932"/>
                  <a:pt x="4314937" y="2585665"/>
                </a:cubicBezTo>
                <a:cubicBezTo>
                  <a:pt x="4314937" y="2580502"/>
                  <a:pt x="4314163" y="2574824"/>
                  <a:pt x="4312614" y="2568629"/>
                </a:cubicBezTo>
                <a:cubicBezTo>
                  <a:pt x="4311065" y="2562434"/>
                  <a:pt x="4309258" y="2556497"/>
                  <a:pt x="4307193" y="2550818"/>
                </a:cubicBezTo>
                <a:cubicBezTo>
                  <a:pt x="4305128" y="2545139"/>
                  <a:pt x="4302547" y="2537654"/>
                  <a:pt x="4299449" y="2528361"/>
                </a:cubicBezTo>
                <a:lnTo>
                  <a:pt x="4251438" y="2385877"/>
                </a:lnTo>
                <a:cubicBezTo>
                  <a:pt x="4236984" y="2341480"/>
                  <a:pt x="4225368" y="2310247"/>
                  <a:pt x="4216592" y="2292178"/>
                </a:cubicBezTo>
                <a:cubicBezTo>
                  <a:pt x="4207816" y="2274109"/>
                  <a:pt x="4187166" y="2255783"/>
                  <a:pt x="4154642" y="2237198"/>
                </a:cubicBezTo>
                <a:cubicBezTo>
                  <a:pt x="4122119" y="2218613"/>
                  <a:pt x="4071268" y="2204416"/>
                  <a:pt x="4002091" y="2194607"/>
                </a:cubicBezTo>
                <a:cubicBezTo>
                  <a:pt x="3932914" y="2184799"/>
                  <a:pt x="3838441" y="2179894"/>
                  <a:pt x="3718671" y="2179894"/>
                </a:cubicBezTo>
                <a:cubicBezTo>
                  <a:pt x="3556569" y="2179894"/>
                  <a:pt x="3351619" y="2201060"/>
                  <a:pt x="3103820" y="2243393"/>
                </a:cubicBezTo>
                <a:cubicBezTo>
                  <a:pt x="2956173" y="2268173"/>
                  <a:pt x="2840276" y="2301471"/>
                  <a:pt x="2756127" y="2343287"/>
                </a:cubicBezTo>
                <a:cubicBezTo>
                  <a:pt x="2671979" y="2385103"/>
                  <a:pt x="2609513" y="2439051"/>
                  <a:pt x="2568730" y="2505130"/>
                </a:cubicBezTo>
                <a:cubicBezTo>
                  <a:pt x="2527946" y="2571210"/>
                  <a:pt x="2497746" y="2658972"/>
                  <a:pt x="2478128" y="2768417"/>
                </a:cubicBezTo>
                <a:cubicBezTo>
                  <a:pt x="2467803" y="2827269"/>
                  <a:pt x="2462641" y="2865471"/>
                  <a:pt x="2462641" y="2883023"/>
                </a:cubicBezTo>
                <a:cubicBezTo>
                  <a:pt x="2462641" y="2909868"/>
                  <a:pt x="2467029" y="2929744"/>
                  <a:pt x="2475805" y="2942650"/>
                </a:cubicBezTo>
                <a:cubicBezTo>
                  <a:pt x="2484581" y="2955556"/>
                  <a:pt x="2502134" y="2964332"/>
                  <a:pt x="2528462" y="2968979"/>
                </a:cubicBezTo>
                <a:cubicBezTo>
                  <a:pt x="2554791" y="2973625"/>
                  <a:pt x="2597381" y="2975948"/>
                  <a:pt x="2656234" y="2975948"/>
                </a:cubicBezTo>
                <a:cubicBezTo>
                  <a:pt x="2730573" y="2975948"/>
                  <a:pt x="2794072" y="2976206"/>
                  <a:pt x="2846729" y="2976722"/>
                </a:cubicBezTo>
                <a:cubicBezTo>
                  <a:pt x="2899386" y="2977239"/>
                  <a:pt x="2925715" y="2972334"/>
                  <a:pt x="2925715" y="2962009"/>
                </a:cubicBezTo>
                <a:cubicBezTo>
                  <a:pt x="2925715" y="2941359"/>
                  <a:pt x="2865314" y="2922775"/>
                  <a:pt x="2744512" y="2906255"/>
                </a:cubicBezTo>
                <a:cubicBezTo>
                  <a:pt x="2725927" y="2904190"/>
                  <a:pt x="2710698" y="2902383"/>
                  <a:pt x="2698824" y="2900834"/>
                </a:cubicBezTo>
                <a:cubicBezTo>
                  <a:pt x="2686950" y="2899285"/>
                  <a:pt x="2678432" y="2897220"/>
                  <a:pt x="2673270" y="2894639"/>
                </a:cubicBezTo>
                <a:cubicBezTo>
                  <a:pt x="2668107" y="2892058"/>
                  <a:pt x="2665526" y="2887153"/>
                  <a:pt x="2665526" y="2879926"/>
                </a:cubicBezTo>
                <a:cubicBezTo>
                  <a:pt x="2665526" y="2860309"/>
                  <a:pt x="2730831" y="2829592"/>
                  <a:pt x="2861442" y="2787776"/>
                </a:cubicBezTo>
                <a:cubicBezTo>
                  <a:pt x="2992053" y="2745960"/>
                  <a:pt x="3145378" y="2709048"/>
                  <a:pt x="3321419" y="2677041"/>
                </a:cubicBezTo>
                <a:cubicBezTo>
                  <a:pt x="3497459" y="2645033"/>
                  <a:pt x="3657238" y="2629030"/>
                  <a:pt x="3800755" y="2629030"/>
                </a:cubicBezTo>
                <a:cubicBezTo>
                  <a:pt x="3925686" y="2629030"/>
                  <a:pt x="4033582" y="2635741"/>
                  <a:pt x="4124442" y="2649163"/>
                </a:cubicBezTo>
                <a:cubicBezTo>
                  <a:pt x="3966470" y="2848435"/>
                  <a:pt x="3824502" y="3037898"/>
                  <a:pt x="3698538" y="3217552"/>
                </a:cubicBezTo>
                <a:lnTo>
                  <a:pt x="3555381" y="3429000"/>
                </a:lnTo>
                <a:lnTo>
                  <a:pt x="0" y="3429000"/>
                </a:ln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
        <p:nvSpPr>
          <p:cNvPr id="8" name="任意多边形: 形状 7">
            <a:extLst>
              <a:ext uri="{FF2B5EF4-FFF2-40B4-BE49-F238E27FC236}">
                <a16:creationId xmlns:a16="http://schemas.microsoft.com/office/drawing/2014/main" id="{27B6DC32-BC3C-46C1-6DFD-1E83DBC7CFEB}"/>
              </a:ext>
            </a:extLst>
          </p:cNvPr>
          <p:cNvSpPr/>
          <p:nvPr/>
        </p:nvSpPr>
        <p:spPr>
          <a:xfrm>
            <a:off x="0" y="6858000"/>
            <a:ext cx="12192000" cy="3429000"/>
          </a:xfrm>
          <a:custGeom>
            <a:avLst/>
            <a:gdLst/>
            <a:ahLst/>
            <a:cxnLst/>
            <a:rect l="l" t="t" r="r" b="b"/>
            <a:pathLst>
              <a:path w="12192000" h="3429000">
                <a:moveTo>
                  <a:pt x="9319349" y="0"/>
                </a:moveTo>
                <a:lnTo>
                  <a:pt x="9403573" y="0"/>
                </a:lnTo>
                <a:lnTo>
                  <a:pt x="9421610" y="146311"/>
                </a:lnTo>
                <a:cubicBezTo>
                  <a:pt x="9422642" y="154571"/>
                  <a:pt x="9423417" y="162831"/>
                  <a:pt x="9423934" y="171091"/>
                </a:cubicBezTo>
                <a:cubicBezTo>
                  <a:pt x="9424450" y="179351"/>
                  <a:pt x="9424708" y="188644"/>
                  <a:pt x="9424708" y="198969"/>
                </a:cubicBezTo>
                <a:cubicBezTo>
                  <a:pt x="9424708" y="285698"/>
                  <a:pt x="9405865" y="354101"/>
                  <a:pt x="9368179" y="404177"/>
                </a:cubicBezTo>
                <a:cubicBezTo>
                  <a:pt x="9330492" y="454253"/>
                  <a:pt x="9276545" y="493746"/>
                  <a:pt x="9206336" y="522656"/>
                </a:cubicBezTo>
                <a:cubicBezTo>
                  <a:pt x="9165036" y="457609"/>
                  <a:pt x="9133028" y="413728"/>
                  <a:pt x="9110314" y="391013"/>
                </a:cubicBezTo>
                <a:cubicBezTo>
                  <a:pt x="9087598" y="368298"/>
                  <a:pt x="9045266" y="350229"/>
                  <a:pt x="8983316" y="336807"/>
                </a:cubicBezTo>
                <a:cubicBezTo>
                  <a:pt x="9088115" y="234073"/>
                  <a:pt x="9174715" y="147989"/>
                  <a:pt x="9243118" y="78554"/>
                </a:cubicBezTo>
                <a:close/>
                <a:moveTo>
                  <a:pt x="8795904" y="0"/>
                </a:moveTo>
                <a:lnTo>
                  <a:pt x="9169909" y="0"/>
                </a:lnTo>
                <a:lnTo>
                  <a:pt x="9108547" y="65656"/>
                </a:lnTo>
                <a:cubicBezTo>
                  <a:pt x="9032030" y="147304"/>
                  <a:pt x="8943824" y="240785"/>
                  <a:pt x="8843930" y="346099"/>
                </a:cubicBezTo>
                <a:lnTo>
                  <a:pt x="8843930" y="350860"/>
                </a:lnTo>
                <a:lnTo>
                  <a:pt x="8826606" y="366814"/>
                </a:lnTo>
                <a:cubicBezTo>
                  <a:pt x="8760712" y="427344"/>
                  <a:pt x="8710826" y="472063"/>
                  <a:pt x="8676947" y="500973"/>
                </a:cubicBezTo>
                <a:cubicBezTo>
                  <a:pt x="8638228" y="534013"/>
                  <a:pt x="8600284" y="561374"/>
                  <a:pt x="8563114" y="583057"/>
                </a:cubicBezTo>
                <a:cubicBezTo>
                  <a:pt x="8525944" y="604739"/>
                  <a:pt x="8491356" y="615580"/>
                  <a:pt x="8459348" y="615580"/>
                </a:cubicBezTo>
                <a:cubicBezTo>
                  <a:pt x="8423211" y="615580"/>
                  <a:pt x="8393269" y="604997"/>
                  <a:pt x="8369522" y="583831"/>
                </a:cubicBezTo>
                <a:cubicBezTo>
                  <a:pt x="8345774" y="562665"/>
                  <a:pt x="8318413" y="528851"/>
                  <a:pt x="8287438" y="482388"/>
                </a:cubicBezTo>
                <a:cubicBezTo>
                  <a:pt x="8467092" y="370879"/>
                  <a:pt x="8600284" y="272018"/>
                  <a:pt x="8687014" y="185804"/>
                </a:cubicBezTo>
                <a:cubicBezTo>
                  <a:pt x="8730379" y="142698"/>
                  <a:pt x="8762903" y="97720"/>
                  <a:pt x="8784585" y="50870"/>
                </a:cubicBezTo>
                <a:close/>
                <a:moveTo>
                  <a:pt x="8479945" y="0"/>
                </a:moveTo>
                <a:lnTo>
                  <a:pt x="8598007" y="0"/>
                </a:lnTo>
                <a:lnTo>
                  <a:pt x="8586345" y="49709"/>
                </a:lnTo>
                <a:cubicBezTo>
                  <a:pt x="8576020" y="74101"/>
                  <a:pt x="8560533" y="100882"/>
                  <a:pt x="8539883" y="130050"/>
                </a:cubicBezTo>
                <a:cubicBezTo>
                  <a:pt x="8498584" y="188386"/>
                  <a:pt x="8448766" y="244657"/>
                  <a:pt x="8390430" y="298863"/>
                </a:cubicBezTo>
                <a:cubicBezTo>
                  <a:pt x="8332094" y="353069"/>
                  <a:pt x="8283308" y="393078"/>
                  <a:pt x="8244074" y="418890"/>
                </a:cubicBezTo>
                <a:cubicBezTo>
                  <a:pt x="8186254" y="380688"/>
                  <a:pt x="8137727" y="361587"/>
                  <a:pt x="8098492" y="361587"/>
                </a:cubicBezTo>
                <a:cubicBezTo>
                  <a:pt x="8189351" y="243882"/>
                  <a:pt x="8282534" y="147344"/>
                  <a:pt x="8378040" y="71972"/>
                </a:cubicBezTo>
                <a:cubicBezTo>
                  <a:pt x="8401916" y="53129"/>
                  <a:pt x="8424034" y="36641"/>
                  <a:pt x="8444394" y="22509"/>
                </a:cubicBezTo>
                <a:close/>
                <a:moveTo>
                  <a:pt x="8094078" y="0"/>
                </a:moveTo>
                <a:lnTo>
                  <a:pt x="8272376" y="0"/>
                </a:lnTo>
                <a:lnTo>
                  <a:pt x="8268418" y="3537"/>
                </a:lnTo>
                <a:cubicBezTo>
                  <a:pt x="8144035" y="119112"/>
                  <a:pt x="7993952" y="270985"/>
                  <a:pt x="7818169" y="459157"/>
                </a:cubicBezTo>
                <a:lnTo>
                  <a:pt x="7818169" y="325966"/>
                </a:lnTo>
                <a:cubicBezTo>
                  <a:pt x="7905673" y="223491"/>
                  <a:pt x="7987950" y="126420"/>
                  <a:pt x="8065000" y="34754"/>
                </a:cubicBezTo>
                <a:close/>
                <a:moveTo>
                  <a:pt x="7618833" y="0"/>
                </a:moveTo>
                <a:lnTo>
                  <a:pt x="7813780" y="0"/>
                </a:lnTo>
                <a:lnTo>
                  <a:pt x="7780225" y="59582"/>
                </a:lnTo>
                <a:cubicBezTo>
                  <a:pt x="7738409" y="141149"/>
                  <a:pt x="7706402" y="225039"/>
                  <a:pt x="7684203" y="311252"/>
                </a:cubicBezTo>
                <a:lnTo>
                  <a:pt x="7677538" y="346439"/>
                </a:lnTo>
                <a:lnTo>
                  <a:pt x="7656716" y="362760"/>
                </a:lnTo>
                <a:cubicBezTo>
                  <a:pt x="7573205" y="427864"/>
                  <a:pt x="7510444" y="474193"/>
                  <a:pt x="7468435" y="501748"/>
                </a:cubicBezTo>
                <a:cubicBezTo>
                  <a:pt x="7420424" y="533239"/>
                  <a:pt x="7381447" y="548984"/>
                  <a:pt x="7351505" y="548984"/>
                </a:cubicBezTo>
                <a:cubicBezTo>
                  <a:pt x="7315367" y="548984"/>
                  <a:pt x="7297299" y="526786"/>
                  <a:pt x="7297299" y="482388"/>
                </a:cubicBezTo>
                <a:cubicBezTo>
                  <a:pt x="7297299" y="402886"/>
                  <a:pt x="7388158" y="261951"/>
                  <a:pt x="7569877" y="59582"/>
                </a:cubicBezTo>
                <a:close/>
                <a:moveTo>
                  <a:pt x="6999486" y="0"/>
                </a:moveTo>
                <a:lnTo>
                  <a:pt x="7177849" y="0"/>
                </a:lnTo>
                <a:lnTo>
                  <a:pt x="7164881" y="10022"/>
                </a:lnTo>
                <a:cubicBezTo>
                  <a:pt x="7087960" y="80232"/>
                  <a:pt x="7021365" y="147602"/>
                  <a:pt x="6965094" y="212133"/>
                </a:cubicBezTo>
                <a:cubicBezTo>
                  <a:pt x="6908823" y="276664"/>
                  <a:pt x="6862877" y="328805"/>
                  <a:pt x="6827256" y="368556"/>
                </a:cubicBezTo>
                <a:cubicBezTo>
                  <a:pt x="6791635" y="408307"/>
                  <a:pt x="6767629" y="428183"/>
                  <a:pt x="6755239" y="428183"/>
                </a:cubicBezTo>
                <a:cubicBezTo>
                  <a:pt x="6735622" y="428183"/>
                  <a:pt x="6725813" y="413211"/>
                  <a:pt x="6725813" y="383269"/>
                </a:cubicBezTo>
                <a:cubicBezTo>
                  <a:pt x="6725813" y="329579"/>
                  <a:pt x="6807380" y="212391"/>
                  <a:pt x="6970514" y="31704"/>
                </a:cubicBezTo>
                <a:close/>
                <a:moveTo>
                  <a:pt x="6301668" y="0"/>
                </a:moveTo>
                <a:lnTo>
                  <a:pt x="6721831" y="0"/>
                </a:lnTo>
                <a:lnTo>
                  <a:pt x="6706066" y="19508"/>
                </a:lnTo>
                <a:cubicBezTo>
                  <a:pt x="6675350" y="59646"/>
                  <a:pt x="6642181" y="107077"/>
                  <a:pt x="6606560" y="161799"/>
                </a:cubicBezTo>
                <a:cubicBezTo>
                  <a:pt x="6568357" y="220651"/>
                  <a:pt x="6542803" y="266081"/>
                  <a:pt x="6529897" y="298088"/>
                </a:cubicBezTo>
                <a:cubicBezTo>
                  <a:pt x="6523444" y="314092"/>
                  <a:pt x="6518604" y="333193"/>
                  <a:pt x="6515378" y="355392"/>
                </a:cubicBezTo>
                <a:lnTo>
                  <a:pt x="6514314" y="365832"/>
                </a:lnTo>
                <a:lnTo>
                  <a:pt x="6485315" y="390553"/>
                </a:lnTo>
                <a:cubicBezTo>
                  <a:pt x="6359625" y="494109"/>
                  <a:pt x="6265160" y="545887"/>
                  <a:pt x="6201919" y="545887"/>
                </a:cubicBezTo>
                <a:cubicBezTo>
                  <a:pt x="6131710" y="545887"/>
                  <a:pt x="6096605" y="507685"/>
                  <a:pt x="6096605" y="431280"/>
                </a:cubicBezTo>
                <a:cubicBezTo>
                  <a:pt x="6096605" y="384818"/>
                  <a:pt x="6106672" y="345583"/>
                  <a:pt x="6126805" y="313576"/>
                </a:cubicBezTo>
                <a:cubicBezTo>
                  <a:pt x="6146939" y="281568"/>
                  <a:pt x="6182044" y="231750"/>
                  <a:pt x="6232120" y="164122"/>
                </a:cubicBezTo>
                <a:cubicBezTo>
                  <a:pt x="6282196" y="96494"/>
                  <a:pt x="6307234" y="50289"/>
                  <a:pt x="6307234" y="25510"/>
                </a:cubicBezTo>
                <a:close/>
                <a:moveTo>
                  <a:pt x="5939575" y="0"/>
                </a:moveTo>
                <a:lnTo>
                  <a:pt x="6085045" y="0"/>
                </a:lnTo>
                <a:lnTo>
                  <a:pt x="6072115" y="17814"/>
                </a:lnTo>
                <a:cubicBezTo>
                  <a:pt x="5984418" y="136390"/>
                  <a:pt x="5906884" y="234203"/>
                  <a:pt x="5839514" y="311252"/>
                </a:cubicBezTo>
                <a:cubicBezTo>
                  <a:pt x="5749686" y="413986"/>
                  <a:pt x="5650567" y="497360"/>
                  <a:pt x="5542155" y="561374"/>
                </a:cubicBezTo>
                <a:cubicBezTo>
                  <a:pt x="5513245" y="575829"/>
                  <a:pt x="5493111" y="583057"/>
                  <a:pt x="5481754" y="583057"/>
                </a:cubicBezTo>
                <a:cubicBezTo>
                  <a:pt x="5462137" y="583057"/>
                  <a:pt x="5446649" y="572474"/>
                  <a:pt x="5435292" y="551307"/>
                </a:cubicBezTo>
                <a:cubicBezTo>
                  <a:pt x="5423934" y="530141"/>
                  <a:pt x="5418255" y="503038"/>
                  <a:pt x="5418255" y="469998"/>
                </a:cubicBezTo>
                <a:cubicBezTo>
                  <a:pt x="5418255" y="379139"/>
                  <a:pt x="5475301" y="290861"/>
                  <a:pt x="5589392" y="205164"/>
                </a:cubicBezTo>
                <a:cubicBezTo>
                  <a:pt x="5646437" y="162315"/>
                  <a:pt x="5722777" y="114820"/>
                  <a:pt x="5818412" y="62679"/>
                </a:cubicBezTo>
                <a:close/>
                <a:moveTo>
                  <a:pt x="5127792" y="0"/>
                </a:moveTo>
                <a:lnTo>
                  <a:pt x="5494590" y="0"/>
                </a:lnTo>
                <a:lnTo>
                  <a:pt x="5421353" y="62679"/>
                </a:lnTo>
                <a:cubicBezTo>
                  <a:pt x="5362501" y="118434"/>
                  <a:pt x="5319652" y="163348"/>
                  <a:pt x="5292807" y="197420"/>
                </a:cubicBezTo>
                <a:cubicBezTo>
                  <a:pt x="5265962" y="231492"/>
                  <a:pt x="5247894" y="264790"/>
                  <a:pt x="5238601" y="297314"/>
                </a:cubicBezTo>
                <a:cubicBezTo>
                  <a:pt x="5236278" y="305445"/>
                  <a:pt x="5234245" y="314076"/>
                  <a:pt x="5232503" y="323207"/>
                </a:cubicBezTo>
                <a:lnTo>
                  <a:pt x="5229127" y="345605"/>
                </a:lnTo>
                <a:lnTo>
                  <a:pt x="5175505" y="386729"/>
                </a:lnTo>
                <a:cubicBezTo>
                  <a:pt x="5039652" y="488705"/>
                  <a:pt x="4950042" y="539692"/>
                  <a:pt x="4906677" y="539692"/>
                </a:cubicBezTo>
                <a:cubicBezTo>
                  <a:pt x="4860215" y="539692"/>
                  <a:pt x="4836984" y="515428"/>
                  <a:pt x="4836984" y="466901"/>
                </a:cubicBezTo>
                <a:cubicBezTo>
                  <a:pt x="4836984" y="433861"/>
                  <a:pt x="4848858" y="394368"/>
                  <a:pt x="4872605" y="348422"/>
                </a:cubicBezTo>
                <a:cubicBezTo>
                  <a:pt x="4896352" y="302476"/>
                  <a:pt x="4930167" y="250335"/>
                  <a:pt x="4974048" y="191999"/>
                </a:cubicBezTo>
                <a:cubicBezTo>
                  <a:pt x="4995989" y="162831"/>
                  <a:pt x="5021736" y="129856"/>
                  <a:pt x="5051291" y="93074"/>
                </a:cubicBezTo>
                <a:close/>
                <a:moveTo>
                  <a:pt x="4508171" y="0"/>
                </a:moveTo>
                <a:lnTo>
                  <a:pt x="4717998" y="0"/>
                </a:lnTo>
                <a:lnTo>
                  <a:pt x="4700888" y="15297"/>
                </a:lnTo>
                <a:cubicBezTo>
                  <a:pt x="4677528" y="36819"/>
                  <a:pt x="4653200" y="59840"/>
                  <a:pt x="4627904" y="84362"/>
                </a:cubicBezTo>
                <a:cubicBezTo>
                  <a:pt x="4526719" y="182449"/>
                  <a:pt x="4406950" y="308413"/>
                  <a:pt x="4268595" y="462255"/>
                </a:cubicBezTo>
                <a:lnTo>
                  <a:pt x="4268595" y="276406"/>
                </a:lnTo>
                <a:cubicBezTo>
                  <a:pt x="4351195" y="185546"/>
                  <a:pt x="4424761" y="101140"/>
                  <a:pt x="4489291" y="23186"/>
                </a:cubicBezTo>
                <a:close/>
                <a:moveTo>
                  <a:pt x="0" y="0"/>
                </a:moveTo>
                <a:lnTo>
                  <a:pt x="3555381" y="0"/>
                </a:lnTo>
                <a:lnTo>
                  <a:pt x="3525659" y="43901"/>
                </a:lnTo>
                <a:cubicBezTo>
                  <a:pt x="3473389" y="124306"/>
                  <a:pt x="3426475" y="200001"/>
                  <a:pt x="3384917" y="270985"/>
                </a:cubicBezTo>
                <a:cubicBezTo>
                  <a:pt x="3301801" y="412953"/>
                  <a:pt x="3240368" y="532464"/>
                  <a:pt x="3200617" y="629519"/>
                </a:cubicBezTo>
                <a:cubicBezTo>
                  <a:pt x="3160866" y="726573"/>
                  <a:pt x="3140990" y="802978"/>
                  <a:pt x="3140990" y="858733"/>
                </a:cubicBezTo>
                <a:cubicBezTo>
                  <a:pt x="3140990" y="897968"/>
                  <a:pt x="3151315" y="928943"/>
                  <a:pt x="3171965" y="951657"/>
                </a:cubicBezTo>
                <a:cubicBezTo>
                  <a:pt x="3192615" y="974372"/>
                  <a:pt x="3217395" y="985730"/>
                  <a:pt x="3246305" y="985730"/>
                </a:cubicBezTo>
                <a:cubicBezTo>
                  <a:pt x="3314449" y="985730"/>
                  <a:pt x="3387240" y="918101"/>
                  <a:pt x="3464677" y="782844"/>
                </a:cubicBezTo>
                <a:cubicBezTo>
                  <a:pt x="3473970" y="767357"/>
                  <a:pt x="3487392" y="744126"/>
                  <a:pt x="3504945" y="713151"/>
                </a:cubicBezTo>
                <a:cubicBezTo>
                  <a:pt x="3522497" y="682176"/>
                  <a:pt x="3537468" y="655848"/>
                  <a:pt x="3549858" y="634165"/>
                </a:cubicBezTo>
                <a:cubicBezTo>
                  <a:pt x="3562248" y="612483"/>
                  <a:pt x="3575154" y="587187"/>
                  <a:pt x="3588577" y="558277"/>
                </a:cubicBezTo>
                <a:lnTo>
                  <a:pt x="3537468" y="519558"/>
                </a:lnTo>
                <a:cubicBezTo>
                  <a:pt x="3585996" y="415793"/>
                  <a:pt x="3655689" y="283891"/>
                  <a:pt x="3746549" y="123855"/>
                </a:cubicBezTo>
                <a:lnTo>
                  <a:pt x="3817828" y="0"/>
                </a:lnTo>
                <a:lnTo>
                  <a:pt x="4216751" y="0"/>
                </a:lnTo>
                <a:lnTo>
                  <a:pt x="4182641" y="54065"/>
                </a:lnTo>
                <a:cubicBezTo>
                  <a:pt x="4130758" y="141375"/>
                  <a:pt x="4097460" y="214456"/>
                  <a:pt x="4082747" y="273308"/>
                </a:cubicBezTo>
                <a:cubicBezTo>
                  <a:pt x="4063129" y="351778"/>
                  <a:pt x="4053320" y="423536"/>
                  <a:pt x="4053320" y="488583"/>
                </a:cubicBezTo>
                <a:cubicBezTo>
                  <a:pt x="4053320" y="686822"/>
                  <a:pt x="4093588" y="785942"/>
                  <a:pt x="4174122" y="785942"/>
                </a:cubicBezTo>
                <a:cubicBezTo>
                  <a:pt x="4193740" y="785942"/>
                  <a:pt x="4214390" y="774068"/>
                  <a:pt x="4236072" y="750321"/>
                </a:cubicBezTo>
                <a:cubicBezTo>
                  <a:pt x="4257754" y="726573"/>
                  <a:pt x="4299570" y="675207"/>
                  <a:pt x="4361520" y="596221"/>
                </a:cubicBezTo>
                <a:cubicBezTo>
                  <a:pt x="4423470" y="517235"/>
                  <a:pt x="4488001" y="440056"/>
                  <a:pt x="4555113" y="364684"/>
                </a:cubicBezTo>
                <a:cubicBezTo>
                  <a:pt x="4576795" y="338872"/>
                  <a:pt x="4603640" y="307639"/>
                  <a:pt x="4635647" y="270985"/>
                </a:cubicBezTo>
                <a:cubicBezTo>
                  <a:pt x="4667655" y="234332"/>
                  <a:pt x="4704308" y="199227"/>
                  <a:pt x="4745608" y="165671"/>
                </a:cubicBezTo>
                <a:cubicBezTo>
                  <a:pt x="4786908" y="132115"/>
                  <a:pt x="4830790" y="102430"/>
                  <a:pt x="4877251" y="76618"/>
                </a:cubicBezTo>
                <a:cubicBezTo>
                  <a:pt x="4783294" y="212907"/>
                  <a:pt x="4711278" y="331386"/>
                  <a:pt x="4661202" y="432054"/>
                </a:cubicBezTo>
                <a:cubicBezTo>
                  <a:pt x="4611126" y="532723"/>
                  <a:pt x="4586088" y="621259"/>
                  <a:pt x="4586088" y="697664"/>
                </a:cubicBezTo>
                <a:cubicBezTo>
                  <a:pt x="4586088" y="792653"/>
                  <a:pt x="4626355" y="840148"/>
                  <a:pt x="4706890" y="840148"/>
                </a:cubicBezTo>
                <a:cubicBezTo>
                  <a:pt x="4740963" y="840148"/>
                  <a:pt x="4782520" y="825177"/>
                  <a:pt x="4831564" y="795234"/>
                </a:cubicBezTo>
                <a:cubicBezTo>
                  <a:pt x="4880608" y="765292"/>
                  <a:pt x="4937911" y="721153"/>
                  <a:pt x="5003474" y="662817"/>
                </a:cubicBezTo>
                <a:cubicBezTo>
                  <a:pt x="5052646" y="619065"/>
                  <a:pt x="5108643" y="565875"/>
                  <a:pt x="5171464" y="503248"/>
                </a:cubicBezTo>
                <a:lnTo>
                  <a:pt x="5227437" y="446692"/>
                </a:lnTo>
                <a:lnTo>
                  <a:pt x="5234536" y="517816"/>
                </a:lnTo>
                <a:cubicBezTo>
                  <a:pt x="5241118" y="550210"/>
                  <a:pt x="5250992" y="582024"/>
                  <a:pt x="5264156" y="613257"/>
                </a:cubicBezTo>
                <a:cubicBezTo>
                  <a:pt x="5290484" y="675723"/>
                  <a:pt x="5320685" y="726573"/>
                  <a:pt x="5354758" y="765808"/>
                </a:cubicBezTo>
                <a:cubicBezTo>
                  <a:pt x="5388829" y="805043"/>
                  <a:pt x="5417223" y="824661"/>
                  <a:pt x="5439938" y="824661"/>
                </a:cubicBezTo>
                <a:cubicBezTo>
                  <a:pt x="5487433" y="824661"/>
                  <a:pt x="5547834" y="789298"/>
                  <a:pt x="5621142" y="718572"/>
                </a:cubicBezTo>
                <a:cubicBezTo>
                  <a:pt x="5694448" y="647846"/>
                  <a:pt x="5806474" y="528851"/>
                  <a:pt x="5957218" y="361587"/>
                </a:cubicBezTo>
                <a:cubicBezTo>
                  <a:pt x="5898366" y="516461"/>
                  <a:pt x="5868940" y="634681"/>
                  <a:pt x="5868940" y="716249"/>
                </a:cubicBezTo>
                <a:cubicBezTo>
                  <a:pt x="5868940" y="767873"/>
                  <a:pt x="5877458" y="806850"/>
                  <a:pt x="5894494" y="833179"/>
                </a:cubicBezTo>
                <a:cubicBezTo>
                  <a:pt x="5911530" y="859507"/>
                  <a:pt x="5940182" y="872672"/>
                  <a:pt x="5980449" y="872672"/>
                </a:cubicBezTo>
                <a:cubicBezTo>
                  <a:pt x="6085957" y="872672"/>
                  <a:pt x="6256803" y="745173"/>
                  <a:pt x="6492986" y="490175"/>
                </a:cubicBezTo>
                <a:lnTo>
                  <a:pt x="6512026" y="469317"/>
                </a:lnTo>
                <a:lnTo>
                  <a:pt x="6513151" y="498069"/>
                </a:lnTo>
                <a:cubicBezTo>
                  <a:pt x="6518378" y="562729"/>
                  <a:pt x="6531446" y="621001"/>
                  <a:pt x="6552354" y="672884"/>
                </a:cubicBezTo>
                <a:cubicBezTo>
                  <a:pt x="6580231" y="742061"/>
                  <a:pt x="6610690" y="776650"/>
                  <a:pt x="6643730" y="776650"/>
                </a:cubicBezTo>
                <a:cubicBezTo>
                  <a:pt x="6665412" y="776650"/>
                  <a:pt x="6686836" y="766066"/>
                  <a:pt x="6708002" y="744900"/>
                </a:cubicBezTo>
                <a:cubicBezTo>
                  <a:pt x="6729169" y="723734"/>
                  <a:pt x="6762725" y="682434"/>
                  <a:pt x="6808671" y="621001"/>
                </a:cubicBezTo>
                <a:cubicBezTo>
                  <a:pt x="6854617" y="559567"/>
                  <a:pt x="6897723" y="503813"/>
                  <a:pt x="6937991" y="453737"/>
                </a:cubicBezTo>
                <a:cubicBezTo>
                  <a:pt x="6978258" y="403661"/>
                  <a:pt x="7027302" y="350745"/>
                  <a:pt x="7085121" y="294991"/>
                </a:cubicBezTo>
                <a:cubicBezTo>
                  <a:pt x="7173916" y="206196"/>
                  <a:pt x="7247739" y="146828"/>
                  <a:pt x="7306591" y="116885"/>
                </a:cubicBezTo>
                <a:cubicBezTo>
                  <a:pt x="7258064" y="198452"/>
                  <a:pt x="7215215" y="271501"/>
                  <a:pt x="7178046" y="336032"/>
                </a:cubicBezTo>
                <a:cubicBezTo>
                  <a:pt x="7140876" y="400563"/>
                  <a:pt x="7113256" y="450123"/>
                  <a:pt x="7095188" y="484712"/>
                </a:cubicBezTo>
                <a:cubicBezTo>
                  <a:pt x="7077119" y="519300"/>
                  <a:pt x="7062922" y="552598"/>
                  <a:pt x="7052598" y="584605"/>
                </a:cubicBezTo>
                <a:cubicBezTo>
                  <a:pt x="7042273" y="616613"/>
                  <a:pt x="7037110" y="649136"/>
                  <a:pt x="7037110" y="682176"/>
                </a:cubicBezTo>
                <a:cubicBezTo>
                  <a:pt x="7037110" y="793686"/>
                  <a:pt x="7079442" y="849440"/>
                  <a:pt x="7164107" y="849440"/>
                </a:cubicBezTo>
                <a:cubicBezTo>
                  <a:pt x="7213667" y="849440"/>
                  <a:pt x="7277681" y="817433"/>
                  <a:pt x="7356151" y="753418"/>
                </a:cubicBezTo>
                <a:cubicBezTo>
                  <a:pt x="7424812" y="697406"/>
                  <a:pt x="7519560" y="610563"/>
                  <a:pt x="7640394" y="492891"/>
                </a:cubicBezTo>
                <a:lnTo>
                  <a:pt x="7657202" y="476417"/>
                </a:lnTo>
                <a:lnTo>
                  <a:pt x="7650905" y="579959"/>
                </a:lnTo>
                <a:cubicBezTo>
                  <a:pt x="7650905" y="648104"/>
                  <a:pt x="7657100" y="699987"/>
                  <a:pt x="7669490" y="735608"/>
                </a:cubicBezTo>
                <a:cubicBezTo>
                  <a:pt x="7681880" y="771229"/>
                  <a:pt x="7702014" y="789039"/>
                  <a:pt x="7729891" y="789039"/>
                </a:cubicBezTo>
                <a:cubicBezTo>
                  <a:pt x="7743313" y="789039"/>
                  <a:pt x="7758285" y="779747"/>
                  <a:pt x="7774804" y="761162"/>
                </a:cubicBezTo>
                <a:cubicBezTo>
                  <a:pt x="7791324" y="742577"/>
                  <a:pt x="7820751" y="705149"/>
                  <a:pt x="7863083" y="648878"/>
                </a:cubicBezTo>
                <a:cubicBezTo>
                  <a:pt x="7905415" y="592607"/>
                  <a:pt x="7952910" y="531948"/>
                  <a:pt x="8005567" y="466901"/>
                </a:cubicBezTo>
                <a:cubicBezTo>
                  <a:pt x="8049964" y="560858"/>
                  <a:pt x="8088425" y="634165"/>
                  <a:pt x="8120948" y="686822"/>
                </a:cubicBezTo>
                <a:cubicBezTo>
                  <a:pt x="8153472" y="739480"/>
                  <a:pt x="8190126" y="780779"/>
                  <a:pt x="8230909" y="810722"/>
                </a:cubicBezTo>
                <a:cubicBezTo>
                  <a:pt x="8271693" y="840664"/>
                  <a:pt x="8317381" y="855635"/>
                  <a:pt x="8367973" y="855635"/>
                </a:cubicBezTo>
                <a:cubicBezTo>
                  <a:pt x="8420630" y="855635"/>
                  <a:pt x="8486194" y="820789"/>
                  <a:pt x="8564663" y="751095"/>
                </a:cubicBezTo>
                <a:cubicBezTo>
                  <a:pt x="8633324" y="690114"/>
                  <a:pt x="8716214" y="604033"/>
                  <a:pt x="8813332" y="492855"/>
                </a:cubicBezTo>
                <a:lnTo>
                  <a:pt x="8846166" y="454852"/>
                </a:lnTo>
                <a:lnTo>
                  <a:pt x="8848382" y="487422"/>
                </a:lnTo>
                <a:cubicBezTo>
                  <a:pt x="8851350" y="518139"/>
                  <a:pt x="8855804" y="544854"/>
                  <a:pt x="8861740" y="567569"/>
                </a:cubicBezTo>
                <a:cubicBezTo>
                  <a:pt x="8873614" y="612999"/>
                  <a:pt x="8903814" y="660494"/>
                  <a:pt x="8952342" y="710054"/>
                </a:cubicBezTo>
                <a:cubicBezTo>
                  <a:pt x="9034942" y="792653"/>
                  <a:pt x="9124768" y="833953"/>
                  <a:pt x="9221823" y="833953"/>
                </a:cubicBezTo>
                <a:cubicBezTo>
                  <a:pt x="9297194" y="833953"/>
                  <a:pt x="9387022" y="800655"/>
                  <a:pt x="9491304" y="734059"/>
                </a:cubicBezTo>
                <a:cubicBezTo>
                  <a:pt x="9595586" y="667463"/>
                  <a:pt x="9713806" y="569634"/>
                  <a:pt x="9845966" y="440572"/>
                </a:cubicBezTo>
                <a:lnTo>
                  <a:pt x="9845966" y="336807"/>
                </a:lnTo>
                <a:cubicBezTo>
                  <a:pt x="9777822" y="393594"/>
                  <a:pt x="9718195" y="439798"/>
                  <a:pt x="9667086" y="475419"/>
                </a:cubicBezTo>
                <a:cubicBezTo>
                  <a:pt x="9615978" y="511040"/>
                  <a:pt x="9565902" y="539434"/>
                  <a:pt x="9516858" y="560600"/>
                </a:cubicBezTo>
                <a:cubicBezTo>
                  <a:pt x="9467815" y="581766"/>
                  <a:pt x="9422127" y="592349"/>
                  <a:pt x="9379794" y="592349"/>
                </a:cubicBezTo>
                <a:cubicBezTo>
                  <a:pt x="9358112" y="592349"/>
                  <a:pt x="9328686" y="589252"/>
                  <a:pt x="9291516" y="583057"/>
                </a:cubicBezTo>
                <a:cubicBezTo>
                  <a:pt x="9384441" y="523172"/>
                  <a:pt x="9460330" y="464578"/>
                  <a:pt x="9519182" y="407275"/>
                </a:cubicBezTo>
                <a:cubicBezTo>
                  <a:pt x="9578034" y="349971"/>
                  <a:pt x="9622947" y="290086"/>
                  <a:pt x="9653922" y="227620"/>
                </a:cubicBezTo>
                <a:cubicBezTo>
                  <a:pt x="9684897" y="165154"/>
                  <a:pt x="9700384" y="99849"/>
                  <a:pt x="9700384" y="31704"/>
                </a:cubicBezTo>
                <a:lnTo>
                  <a:pt x="9697173" y="0"/>
                </a:lnTo>
                <a:lnTo>
                  <a:pt x="12192000" y="0"/>
                </a:lnTo>
                <a:lnTo>
                  <a:pt x="12192000" y="3429000"/>
                </a:lnTo>
                <a:lnTo>
                  <a:pt x="0" y="3429000"/>
                </a:ln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85048645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00000"/>
                    </a14:imgEffect>
                    <a14:imgEffect>
                      <a14:brightnessContrast bright="70000" contrast="-39000"/>
                    </a14:imgEffect>
                  </a14:imgLayer>
                </a14:imgProps>
              </a:ext>
            </a:extLst>
          </a:blip>
          <a:srcRect/>
          <a:stretch>
            <a:fillRect t="-15000" b="-15000"/>
          </a:stretch>
        </a:blipFill>
        <a:effectLst/>
      </p:bgPr>
    </p:bg>
    <p:spTree>
      <p:nvGrpSpPr>
        <p:cNvPr id="1" name=""/>
        <p:cNvGrpSpPr/>
        <p:nvPr/>
      </p:nvGrpSpPr>
      <p:grpSpPr>
        <a:xfrm>
          <a:off x="0" y="0"/>
          <a:ext cx="0" cy="0"/>
          <a:chOff x="0" y="0"/>
          <a:chExt cx="0" cy="0"/>
        </a:xfrm>
      </p:grpSpPr>
      <p:sp>
        <p:nvSpPr>
          <p:cNvPr id="8" name="任意多边形: 形状 7">
            <a:extLst>
              <a:ext uri="{FF2B5EF4-FFF2-40B4-BE49-F238E27FC236}">
                <a16:creationId xmlns:a16="http://schemas.microsoft.com/office/drawing/2014/main" id="{90C7643B-EEB6-DFB1-A37B-8F63A9206951}"/>
              </a:ext>
            </a:extLst>
          </p:cNvPr>
          <p:cNvSpPr/>
          <p:nvPr/>
        </p:nvSpPr>
        <p:spPr>
          <a:xfrm>
            <a:off x="0" y="0"/>
            <a:ext cx="12192000" cy="3429000"/>
          </a:xfrm>
          <a:custGeom>
            <a:avLst/>
            <a:gdLst/>
            <a:ahLst/>
            <a:cxnLst/>
            <a:rect l="l" t="t" r="r" b="b"/>
            <a:pathLst>
              <a:path w="12192000" h="3429000">
                <a:moveTo>
                  <a:pt x="8580150" y="3387914"/>
                </a:moveTo>
                <a:cubicBezTo>
                  <a:pt x="8594606" y="3387914"/>
                  <a:pt x="8601833" y="3396174"/>
                  <a:pt x="8601833" y="3412693"/>
                </a:cubicBezTo>
                <a:lnTo>
                  <a:pt x="8598007" y="3429000"/>
                </a:lnTo>
                <a:lnTo>
                  <a:pt x="8479945" y="3429000"/>
                </a:lnTo>
                <a:lnTo>
                  <a:pt x="8500197" y="3416178"/>
                </a:lnTo>
                <a:cubicBezTo>
                  <a:pt x="8533882" y="3397335"/>
                  <a:pt x="8560533" y="3387914"/>
                  <a:pt x="8580150" y="3387914"/>
                </a:cubicBezTo>
                <a:close/>
                <a:moveTo>
                  <a:pt x="9393734" y="3349195"/>
                </a:moveTo>
                <a:lnTo>
                  <a:pt x="9403573" y="3429000"/>
                </a:lnTo>
                <a:lnTo>
                  <a:pt x="9319349" y="3429000"/>
                </a:lnTo>
                <a:lnTo>
                  <a:pt x="9332074" y="3415888"/>
                </a:lnTo>
                <a:cubicBezTo>
                  <a:pt x="9357177" y="3389495"/>
                  <a:pt x="9377730" y="3367264"/>
                  <a:pt x="9393734" y="3349195"/>
                </a:cubicBezTo>
                <a:close/>
                <a:moveTo>
                  <a:pt x="6163201" y="3321318"/>
                </a:moveTo>
                <a:lnTo>
                  <a:pt x="6085045" y="3429000"/>
                </a:lnTo>
                <a:lnTo>
                  <a:pt x="5939575" y="3429000"/>
                </a:lnTo>
                <a:lnTo>
                  <a:pt x="5976335" y="3409983"/>
                </a:lnTo>
                <a:cubicBezTo>
                  <a:pt x="6033800" y="3381590"/>
                  <a:pt x="6096089" y="3352034"/>
                  <a:pt x="6163201" y="3321318"/>
                </a:cubicBezTo>
                <a:close/>
                <a:moveTo>
                  <a:pt x="0" y="0"/>
                </a:moveTo>
                <a:lnTo>
                  <a:pt x="12192000" y="0"/>
                </a:lnTo>
                <a:lnTo>
                  <a:pt x="12192000" y="3429000"/>
                </a:lnTo>
                <a:lnTo>
                  <a:pt x="9697173" y="3429000"/>
                </a:lnTo>
                <a:lnTo>
                  <a:pt x="9687994" y="3338354"/>
                </a:lnTo>
                <a:cubicBezTo>
                  <a:pt x="9679734" y="3302216"/>
                  <a:pt x="9668118" y="3257561"/>
                  <a:pt x="9653148" y="3204388"/>
                </a:cubicBezTo>
                <a:cubicBezTo>
                  <a:pt x="9638176" y="3151214"/>
                  <a:pt x="9630691" y="3114819"/>
                  <a:pt x="9630691" y="3095201"/>
                </a:cubicBezTo>
                <a:cubicBezTo>
                  <a:pt x="9630691" y="3072486"/>
                  <a:pt x="9632756" y="3054934"/>
                  <a:pt x="9636886" y="3042544"/>
                </a:cubicBezTo>
                <a:lnTo>
                  <a:pt x="9627594" y="3013118"/>
                </a:lnTo>
                <a:cubicBezTo>
                  <a:pt x="9602814" y="3000728"/>
                  <a:pt x="9579582" y="2994533"/>
                  <a:pt x="9557900" y="2994533"/>
                </a:cubicBezTo>
                <a:cubicBezTo>
                  <a:pt x="9471170" y="2994533"/>
                  <a:pt x="9416448" y="3058031"/>
                  <a:pt x="9393734" y="3185028"/>
                </a:cubicBezTo>
                <a:cubicBezTo>
                  <a:pt x="9343658" y="3241299"/>
                  <a:pt x="9272803" y="3318607"/>
                  <a:pt x="9181169" y="3416952"/>
                </a:cubicBezTo>
                <a:lnTo>
                  <a:pt x="9169909" y="3429000"/>
                </a:lnTo>
                <a:lnTo>
                  <a:pt x="8795904" y="3429000"/>
                </a:lnTo>
                <a:lnTo>
                  <a:pt x="8817108" y="3333708"/>
                </a:lnTo>
                <a:cubicBezTo>
                  <a:pt x="8817108" y="3284148"/>
                  <a:pt x="8808332" y="3240525"/>
                  <a:pt x="8790780" y="3202839"/>
                </a:cubicBezTo>
                <a:cubicBezTo>
                  <a:pt x="8773228" y="3165153"/>
                  <a:pt x="8748446" y="3146310"/>
                  <a:pt x="8716440" y="3146310"/>
                </a:cubicBezTo>
                <a:cubicBezTo>
                  <a:pt x="8637970" y="3146310"/>
                  <a:pt x="8527235" y="3207227"/>
                  <a:pt x="8384235" y="3329061"/>
                </a:cubicBezTo>
                <a:lnTo>
                  <a:pt x="8272376" y="3429000"/>
                </a:lnTo>
                <a:lnTo>
                  <a:pt x="8094078" y="3429000"/>
                </a:lnTo>
                <a:lnTo>
                  <a:pt x="8176655" y="3330308"/>
                </a:lnTo>
                <a:cubicBezTo>
                  <a:pt x="8356212" y="3114653"/>
                  <a:pt x="8503100" y="2932777"/>
                  <a:pt x="8617320" y="2784678"/>
                </a:cubicBezTo>
                <a:cubicBezTo>
                  <a:pt x="8800072" y="2547721"/>
                  <a:pt x="8891448" y="2410141"/>
                  <a:pt x="8891448" y="2371938"/>
                </a:cubicBezTo>
                <a:cubicBezTo>
                  <a:pt x="8891448" y="2327541"/>
                  <a:pt x="8866668" y="2305342"/>
                  <a:pt x="8817108" y="2305342"/>
                </a:cubicBezTo>
                <a:cubicBezTo>
                  <a:pt x="8776841" y="2305342"/>
                  <a:pt x="8726506" y="2328315"/>
                  <a:pt x="8666106" y="2374261"/>
                </a:cubicBezTo>
                <a:cubicBezTo>
                  <a:pt x="8605704" y="2420207"/>
                  <a:pt x="8534720" y="2488352"/>
                  <a:pt x="8453154" y="2578696"/>
                </a:cubicBezTo>
                <a:cubicBezTo>
                  <a:pt x="8371587" y="2669039"/>
                  <a:pt x="8274532" y="2785453"/>
                  <a:pt x="8161990" y="2927937"/>
                </a:cubicBezTo>
                <a:cubicBezTo>
                  <a:pt x="8080423" y="3031187"/>
                  <a:pt x="8006858" y="3130048"/>
                  <a:pt x="7941294" y="3224521"/>
                </a:cubicBezTo>
                <a:cubicBezTo>
                  <a:pt x="7908513" y="3271758"/>
                  <a:pt x="7878699" y="3317381"/>
                  <a:pt x="7851855" y="3361391"/>
                </a:cubicBezTo>
                <a:lnTo>
                  <a:pt x="7813780" y="3429000"/>
                </a:lnTo>
                <a:lnTo>
                  <a:pt x="7618833" y="3429000"/>
                </a:lnTo>
                <a:lnTo>
                  <a:pt x="7619824" y="3427794"/>
                </a:lnTo>
                <a:cubicBezTo>
                  <a:pt x="7630924" y="3410499"/>
                  <a:pt x="7636473" y="3396173"/>
                  <a:pt x="7636473" y="3384816"/>
                </a:cubicBezTo>
                <a:cubicBezTo>
                  <a:pt x="7636473" y="3338354"/>
                  <a:pt x="7628472" y="3292408"/>
                  <a:pt x="7612468" y="3246978"/>
                </a:cubicBezTo>
                <a:cubicBezTo>
                  <a:pt x="7596464" y="3201548"/>
                  <a:pt x="7580202" y="3178833"/>
                  <a:pt x="7563682" y="3178833"/>
                </a:cubicBezTo>
                <a:cubicBezTo>
                  <a:pt x="7527545" y="3178833"/>
                  <a:pt x="7482115" y="3197934"/>
                  <a:pt x="7427393" y="3236137"/>
                </a:cubicBezTo>
                <a:lnTo>
                  <a:pt x="7177849" y="3429000"/>
                </a:lnTo>
                <a:lnTo>
                  <a:pt x="6999486" y="3429000"/>
                </a:lnTo>
                <a:lnTo>
                  <a:pt x="7001296" y="3427019"/>
                </a:lnTo>
                <a:cubicBezTo>
                  <a:pt x="7009427" y="3417985"/>
                  <a:pt x="7015428" y="3411145"/>
                  <a:pt x="7019300" y="3406498"/>
                </a:cubicBezTo>
                <a:cubicBezTo>
                  <a:pt x="7027043" y="3397206"/>
                  <a:pt x="7034013" y="3386881"/>
                  <a:pt x="7040208" y="3375524"/>
                </a:cubicBezTo>
                <a:cubicBezTo>
                  <a:pt x="7046403" y="3364166"/>
                  <a:pt x="7049500" y="3353325"/>
                  <a:pt x="7049500" y="3343000"/>
                </a:cubicBezTo>
                <a:cubicBezTo>
                  <a:pt x="7049500" y="3319253"/>
                  <a:pt x="7039433" y="3301700"/>
                  <a:pt x="7019300" y="3290343"/>
                </a:cubicBezTo>
                <a:cubicBezTo>
                  <a:pt x="6999166" y="3278985"/>
                  <a:pt x="6972579" y="3273307"/>
                  <a:pt x="6939539" y="3273307"/>
                </a:cubicBezTo>
                <a:cubicBezTo>
                  <a:pt x="6892045" y="3273307"/>
                  <a:pt x="6842485" y="3298861"/>
                  <a:pt x="6790860" y="3349969"/>
                </a:cubicBezTo>
                <a:cubicBezTo>
                  <a:pt x="6777954" y="3362746"/>
                  <a:pt x="6764435" y="3377347"/>
                  <a:pt x="6750302" y="3393770"/>
                </a:cubicBezTo>
                <a:lnTo>
                  <a:pt x="6721831" y="3429000"/>
                </a:lnTo>
                <a:lnTo>
                  <a:pt x="6301668" y="3429000"/>
                </a:lnTo>
                <a:lnTo>
                  <a:pt x="6297941" y="3411919"/>
                </a:lnTo>
                <a:cubicBezTo>
                  <a:pt x="6291746" y="3395915"/>
                  <a:pt x="6282970" y="3375007"/>
                  <a:pt x="6271613" y="3349195"/>
                </a:cubicBezTo>
                <a:cubicBezTo>
                  <a:pt x="6260255" y="3323383"/>
                  <a:pt x="6250963" y="3302216"/>
                  <a:pt x="6243735" y="3285697"/>
                </a:cubicBezTo>
                <a:cubicBezTo>
                  <a:pt x="6279873" y="3273307"/>
                  <a:pt x="6305169" y="3262724"/>
                  <a:pt x="6319624" y="3253947"/>
                </a:cubicBezTo>
                <a:cubicBezTo>
                  <a:pt x="6334079" y="3245171"/>
                  <a:pt x="6341306" y="3231491"/>
                  <a:pt x="6341306" y="3212906"/>
                </a:cubicBezTo>
                <a:cubicBezTo>
                  <a:pt x="6341306" y="3201548"/>
                  <a:pt x="6335886" y="3183996"/>
                  <a:pt x="6325044" y="3160248"/>
                </a:cubicBezTo>
                <a:cubicBezTo>
                  <a:pt x="6314203" y="3136501"/>
                  <a:pt x="6299490" y="3115593"/>
                  <a:pt x="6280905" y="3097524"/>
                </a:cubicBezTo>
                <a:cubicBezTo>
                  <a:pt x="6262320" y="3079456"/>
                  <a:pt x="6242187" y="3070421"/>
                  <a:pt x="6220504" y="3070421"/>
                </a:cubicBezTo>
                <a:cubicBezTo>
                  <a:pt x="6139970" y="3070421"/>
                  <a:pt x="6025879" y="3105010"/>
                  <a:pt x="5878232" y="3174187"/>
                </a:cubicBezTo>
                <a:cubicBezTo>
                  <a:pt x="5767497" y="3226070"/>
                  <a:pt x="5654149" y="3298571"/>
                  <a:pt x="5538187" y="3391689"/>
                </a:cubicBezTo>
                <a:lnTo>
                  <a:pt x="5494590" y="3429000"/>
                </a:lnTo>
                <a:lnTo>
                  <a:pt x="5127792" y="3429000"/>
                </a:lnTo>
                <a:lnTo>
                  <a:pt x="5151379" y="3400304"/>
                </a:lnTo>
                <a:cubicBezTo>
                  <a:pt x="5161704" y="3384816"/>
                  <a:pt x="5166866" y="3371910"/>
                  <a:pt x="5166866" y="3361585"/>
                </a:cubicBezTo>
                <a:cubicBezTo>
                  <a:pt x="5166866" y="3337838"/>
                  <a:pt x="5153444" y="3307637"/>
                  <a:pt x="5126599" y="3270984"/>
                </a:cubicBezTo>
                <a:cubicBezTo>
                  <a:pt x="5099754" y="3234330"/>
                  <a:pt x="5070844" y="3216003"/>
                  <a:pt x="5039869" y="3216003"/>
                </a:cubicBezTo>
                <a:cubicBezTo>
                  <a:pt x="5006829" y="3216003"/>
                  <a:pt x="4955205" y="3241041"/>
                  <a:pt x="4884995" y="3291117"/>
                </a:cubicBezTo>
                <a:cubicBezTo>
                  <a:pt x="4849890" y="3316155"/>
                  <a:pt x="4810914" y="3347195"/>
                  <a:pt x="4768065" y="3384235"/>
                </a:cubicBezTo>
                <a:lnTo>
                  <a:pt x="4717998" y="3429000"/>
                </a:lnTo>
                <a:lnTo>
                  <a:pt x="4508171" y="3429000"/>
                </a:lnTo>
                <a:lnTo>
                  <a:pt x="4591121" y="3327125"/>
                </a:lnTo>
                <a:cubicBezTo>
                  <a:pt x="4626742" y="3282728"/>
                  <a:pt x="4664041" y="3235621"/>
                  <a:pt x="4703018" y="3185803"/>
                </a:cubicBezTo>
                <a:cubicBezTo>
                  <a:pt x="4780972" y="3086167"/>
                  <a:pt x="4839565" y="3009246"/>
                  <a:pt x="4878800" y="2955040"/>
                </a:cubicBezTo>
                <a:cubicBezTo>
                  <a:pt x="4918035" y="2900834"/>
                  <a:pt x="4984631" y="2807135"/>
                  <a:pt x="5078589" y="2673943"/>
                </a:cubicBezTo>
                <a:cubicBezTo>
                  <a:pt x="5165317" y="2547979"/>
                  <a:pt x="5226493" y="2455312"/>
                  <a:pt x="5262114" y="2395944"/>
                </a:cubicBezTo>
                <a:cubicBezTo>
                  <a:pt x="5297735" y="2336575"/>
                  <a:pt x="5315546" y="2293985"/>
                  <a:pt x="5315546" y="2268173"/>
                </a:cubicBezTo>
                <a:cubicBezTo>
                  <a:pt x="5315546" y="2253718"/>
                  <a:pt x="5304446" y="2240811"/>
                  <a:pt x="5282247" y="2229454"/>
                </a:cubicBezTo>
                <a:cubicBezTo>
                  <a:pt x="5260049" y="2218097"/>
                  <a:pt x="5230881" y="2210869"/>
                  <a:pt x="5194744" y="2207772"/>
                </a:cubicBezTo>
                <a:cubicBezTo>
                  <a:pt x="5165834" y="2205707"/>
                  <a:pt x="5109047" y="2248813"/>
                  <a:pt x="5024383" y="2337092"/>
                </a:cubicBezTo>
                <a:cubicBezTo>
                  <a:pt x="4939718" y="2425370"/>
                  <a:pt x="4833112" y="2555464"/>
                  <a:pt x="4704566" y="2727375"/>
                </a:cubicBezTo>
                <a:cubicBezTo>
                  <a:pt x="4576021" y="2899285"/>
                  <a:pt x="4421406" y="3120497"/>
                  <a:pt x="4240719" y="3391011"/>
                </a:cubicBezTo>
                <a:lnTo>
                  <a:pt x="4216751" y="3429000"/>
                </a:lnTo>
                <a:lnTo>
                  <a:pt x="3817828" y="3429000"/>
                </a:lnTo>
                <a:lnTo>
                  <a:pt x="3818662" y="3427552"/>
                </a:lnTo>
                <a:cubicBezTo>
                  <a:pt x="3894744" y="3296973"/>
                  <a:pt x="3982732" y="3150569"/>
                  <a:pt x="4082626" y="2988338"/>
                </a:cubicBezTo>
                <a:cubicBezTo>
                  <a:pt x="4105341" y="2952201"/>
                  <a:pt x="4140704" y="2902125"/>
                  <a:pt x="4188714" y="2838110"/>
                </a:cubicBezTo>
                <a:cubicBezTo>
                  <a:pt x="4236725" y="2774095"/>
                  <a:pt x="4269765" y="2726084"/>
                  <a:pt x="4287834" y="2694077"/>
                </a:cubicBezTo>
                <a:cubicBezTo>
                  <a:pt x="4305903" y="2662070"/>
                  <a:pt x="4314937" y="2625932"/>
                  <a:pt x="4314937" y="2585665"/>
                </a:cubicBezTo>
                <a:cubicBezTo>
                  <a:pt x="4314937" y="2580502"/>
                  <a:pt x="4314163" y="2574824"/>
                  <a:pt x="4312614" y="2568629"/>
                </a:cubicBezTo>
                <a:cubicBezTo>
                  <a:pt x="4311065" y="2562434"/>
                  <a:pt x="4309258" y="2556497"/>
                  <a:pt x="4307193" y="2550818"/>
                </a:cubicBezTo>
                <a:cubicBezTo>
                  <a:pt x="4305128" y="2545139"/>
                  <a:pt x="4302547" y="2537654"/>
                  <a:pt x="4299449" y="2528361"/>
                </a:cubicBezTo>
                <a:lnTo>
                  <a:pt x="4251438" y="2385877"/>
                </a:lnTo>
                <a:cubicBezTo>
                  <a:pt x="4236984" y="2341480"/>
                  <a:pt x="4225368" y="2310247"/>
                  <a:pt x="4216592" y="2292178"/>
                </a:cubicBezTo>
                <a:cubicBezTo>
                  <a:pt x="4207816" y="2274109"/>
                  <a:pt x="4187166" y="2255783"/>
                  <a:pt x="4154642" y="2237198"/>
                </a:cubicBezTo>
                <a:cubicBezTo>
                  <a:pt x="4122119" y="2218613"/>
                  <a:pt x="4071268" y="2204416"/>
                  <a:pt x="4002091" y="2194607"/>
                </a:cubicBezTo>
                <a:cubicBezTo>
                  <a:pt x="3932914" y="2184799"/>
                  <a:pt x="3838441" y="2179894"/>
                  <a:pt x="3718671" y="2179894"/>
                </a:cubicBezTo>
                <a:cubicBezTo>
                  <a:pt x="3556569" y="2179894"/>
                  <a:pt x="3351619" y="2201060"/>
                  <a:pt x="3103820" y="2243393"/>
                </a:cubicBezTo>
                <a:cubicBezTo>
                  <a:pt x="2956173" y="2268173"/>
                  <a:pt x="2840276" y="2301471"/>
                  <a:pt x="2756127" y="2343287"/>
                </a:cubicBezTo>
                <a:cubicBezTo>
                  <a:pt x="2671979" y="2385103"/>
                  <a:pt x="2609513" y="2439051"/>
                  <a:pt x="2568730" y="2505130"/>
                </a:cubicBezTo>
                <a:cubicBezTo>
                  <a:pt x="2527946" y="2571210"/>
                  <a:pt x="2497746" y="2658972"/>
                  <a:pt x="2478128" y="2768417"/>
                </a:cubicBezTo>
                <a:cubicBezTo>
                  <a:pt x="2467803" y="2827269"/>
                  <a:pt x="2462641" y="2865471"/>
                  <a:pt x="2462641" y="2883023"/>
                </a:cubicBezTo>
                <a:cubicBezTo>
                  <a:pt x="2462641" y="2909868"/>
                  <a:pt x="2467029" y="2929744"/>
                  <a:pt x="2475805" y="2942650"/>
                </a:cubicBezTo>
                <a:cubicBezTo>
                  <a:pt x="2484581" y="2955556"/>
                  <a:pt x="2502134" y="2964332"/>
                  <a:pt x="2528462" y="2968979"/>
                </a:cubicBezTo>
                <a:cubicBezTo>
                  <a:pt x="2554791" y="2973625"/>
                  <a:pt x="2597381" y="2975948"/>
                  <a:pt x="2656234" y="2975948"/>
                </a:cubicBezTo>
                <a:cubicBezTo>
                  <a:pt x="2730573" y="2975948"/>
                  <a:pt x="2794072" y="2976206"/>
                  <a:pt x="2846729" y="2976722"/>
                </a:cubicBezTo>
                <a:cubicBezTo>
                  <a:pt x="2899386" y="2977239"/>
                  <a:pt x="2925715" y="2972334"/>
                  <a:pt x="2925715" y="2962009"/>
                </a:cubicBezTo>
                <a:cubicBezTo>
                  <a:pt x="2925715" y="2941359"/>
                  <a:pt x="2865314" y="2922775"/>
                  <a:pt x="2744512" y="2906255"/>
                </a:cubicBezTo>
                <a:cubicBezTo>
                  <a:pt x="2725927" y="2904190"/>
                  <a:pt x="2710698" y="2902383"/>
                  <a:pt x="2698824" y="2900834"/>
                </a:cubicBezTo>
                <a:cubicBezTo>
                  <a:pt x="2686950" y="2899285"/>
                  <a:pt x="2678432" y="2897220"/>
                  <a:pt x="2673270" y="2894639"/>
                </a:cubicBezTo>
                <a:cubicBezTo>
                  <a:pt x="2668107" y="2892058"/>
                  <a:pt x="2665526" y="2887153"/>
                  <a:pt x="2665526" y="2879926"/>
                </a:cubicBezTo>
                <a:cubicBezTo>
                  <a:pt x="2665526" y="2860309"/>
                  <a:pt x="2730831" y="2829592"/>
                  <a:pt x="2861442" y="2787776"/>
                </a:cubicBezTo>
                <a:cubicBezTo>
                  <a:pt x="2992053" y="2745960"/>
                  <a:pt x="3145378" y="2709048"/>
                  <a:pt x="3321419" y="2677041"/>
                </a:cubicBezTo>
                <a:cubicBezTo>
                  <a:pt x="3497459" y="2645033"/>
                  <a:pt x="3657238" y="2629030"/>
                  <a:pt x="3800755" y="2629030"/>
                </a:cubicBezTo>
                <a:cubicBezTo>
                  <a:pt x="3925686" y="2629030"/>
                  <a:pt x="4033582" y="2635741"/>
                  <a:pt x="4124442" y="2649163"/>
                </a:cubicBezTo>
                <a:cubicBezTo>
                  <a:pt x="3966470" y="2848435"/>
                  <a:pt x="3824502" y="3037898"/>
                  <a:pt x="3698538" y="3217552"/>
                </a:cubicBezTo>
                <a:lnTo>
                  <a:pt x="3555381" y="3429000"/>
                </a:lnTo>
                <a:lnTo>
                  <a:pt x="0" y="3429000"/>
                </a:ln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
        <p:nvSpPr>
          <p:cNvPr id="9" name="任意多边形: 形状 8">
            <a:extLst>
              <a:ext uri="{FF2B5EF4-FFF2-40B4-BE49-F238E27FC236}">
                <a16:creationId xmlns:a16="http://schemas.microsoft.com/office/drawing/2014/main" id="{AFE00DF9-AFF9-47FB-D9A0-0BBFE06D6F32}"/>
              </a:ext>
            </a:extLst>
          </p:cNvPr>
          <p:cNvSpPr/>
          <p:nvPr/>
        </p:nvSpPr>
        <p:spPr>
          <a:xfrm>
            <a:off x="0" y="3429000"/>
            <a:ext cx="12192000" cy="3429000"/>
          </a:xfrm>
          <a:custGeom>
            <a:avLst/>
            <a:gdLst/>
            <a:ahLst/>
            <a:cxnLst/>
            <a:rect l="l" t="t" r="r" b="b"/>
            <a:pathLst>
              <a:path w="12192000" h="3429000">
                <a:moveTo>
                  <a:pt x="9319349" y="0"/>
                </a:moveTo>
                <a:lnTo>
                  <a:pt x="9403573" y="0"/>
                </a:lnTo>
                <a:lnTo>
                  <a:pt x="9421610" y="146311"/>
                </a:lnTo>
                <a:cubicBezTo>
                  <a:pt x="9422642" y="154571"/>
                  <a:pt x="9423417" y="162831"/>
                  <a:pt x="9423934" y="171091"/>
                </a:cubicBezTo>
                <a:cubicBezTo>
                  <a:pt x="9424450" y="179351"/>
                  <a:pt x="9424708" y="188644"/>
                  <a:pt x="9424708" y="198969"/>
                </a:cubicBezTo>
                <a:cubicBezTo>
                  <a:pt x="9424708" y="285698"/>
                  <a:pt x="9405865" y="354101"/>
                  <a:pt x="9368179" y="404177"/>
                </a:cubicBezTo>
                <a:cubicBezTo>
                  <a:pt x="9330492" y="454253"/>
                  <a:pt x="9276545" y="493746"/>
                  <a:pt x="9206336" y="522656"/>
                </a:cubicBezTo>
                <a:cubicBezTo>
                  <a:pt x="9165036" y="457609"/>
                  <a:pt x="9133028" y="413728"/>
                  <a:pt x="9110314" y="391013"/>
                </a:cubicBezTo>
                <a:cubicBezTo>
                  <a:pt x="9087598" y="368298"/>
                  <a:pt x="9045266" y="350229"/>
                  <a:pt x="8983316" y="336807"/>
                </a:cubicBezTo>
                <a:cubicBezTo>
                  <a:pt x="9088115" y="234073"/>
                  <a:pt x="9174715" y="147989"/>
                  <a:pt x="9243118" y="78554"/>
                </a:cubicBezTo>
                <a:close/>
                <a:moveTo>
                  <a:pt x="8795904" y="0"/>
                </a:moveTo>
                <a:lnTo>
                  <a:pt x="9169909" y="0"/>
                </a:lnTo>
                <a:lnTo>
                  <a:pt x="9108547" y="65656"/>
                </a:lnTo>
                <a:cubicBezTo>
                  <a:pt x="9032030" y="147304"/>
                  <a:pt x="8943824" y="240785"/>
                  <a:pt x="8843930" y="346099"/>
                </a:cubicBezTo>
                <a:lnTo>
                  <a:pt x="8843930" y="350860"/>
                </a:lnTo>
                <a:lnTo>
                  <a:pt x="8826606" y="366814"/>
                </a:lnTo>
                <a:cubicBezTo>
                  <a:pt x="8760712" y="427344"/>
                  <a:pt x="8710826" y="472063"/>
                  <a:pt x="8676947" y="500973"/>
                </a:cubicBezTo>
                <a:cubicBezTo>
                  <a:pt x="8638228" y="534013"/>
                  <a:pt x="8600284" y="561374"/>
                  <a:pt x="8563114" y="583057"/>
                </a:cubicBezTo>
                <a:cubicBezTo>
                  <a:pt x="8525944" y="604739"/>
                  <a:pt x="8491356" y="615580"/>
                  <a:pt x="8459348" y="615580"/>
                </a:cubicBezTo>
                <a:cubicBezTo>
                  <a:pt x="8423211" y="615580"/>
                  <a:pt x="8393269" y="604997"/>
                  <a:pt x="8369522" y="583831"/>
                </a:cubicBezTo>
                <a:cubicBezTo>
                  <a:pt x="8345774" y="562665"/>
                  <a:pt x="8318413" y="528851"/>
                  <a:pt x="8287438" y="482388"/>
                </a:cubicBezTo>
                <a:cubicBezTo>
                  <a:pt x="8467092" y="370879"/>
                  <a:pt x="8600284" y="272018"/>
                  <a:pt x="8687014" y="185804"/>
                </a:cubicBezTo>
                <a:cubicBezTo>
                  <a:pt x="8730379" y="142698"/>
                  <a:pt x="8762903" y="97720"/>
                  <a:pt x="8784585" y="50870"/>
                </a:cubicBezTo>
                <a:close/>
                <a:moveTo>
                  <a:pt x="8479945" y="0"/>
                </a:moveTo>
                <a:lnTo>
                  <a:pt x="8598007" y="0"/>
                </a:lnTo>
                <a:lnTo>
                  <a:pt x="8586345" y="49709"/>
                </a:lnTo>
                <a:cubicBezTo>
                  <a:pt x="8576020" y="74101"/>
                  <a:pt x="8560533" y="100882"/>
                  <a:pt x="8539883" y="130050"/>
                </a:cubicBezTo>
                <a:cubicBezTo>
                  <a:pt x="8498584" y="188386"/>
                  <a:pt x="8448766" y="244657"/>
                  <a:pt x="8390430" y="298863"/>
                </a:cubicBezTo>
                <a:cubicBezTo>
                  <a:pt x="8332094" y="353069"/>
                  <a:pt x="8283308" y="393078"/>
                  <a:pt x="8244074" y="418890"/>
                </a:cubicBezTo>
                <a:cubicBezTo>
                  <a:pt x="8186254" y="380688"/>
                  <a:pt x="8137727" y="361587"/>
                  <a:pt x="8098492" y="361587"/>
                </a:cubicBezTo>
                <a:cubicBezTo>
                  <a:pt x="8189351" y="243882"/>
                  <a:pt x="8282534" y="147344"/>
                  <a:pt x="8378040" y="71972"/>
                </a:cubicBezTo>
                <a:cubicBezTo>
                  <a:pt x="8401916" y="53129"/>
                  <a:pt x="8424034" y="36641"/>
                  <a:pt x="8444394" y="22509"/>
                </a:cubicBezTo>
                <a:close/>
                <a:moveTo>
                  <a:pt x="8094078" y="0"/>
                </a:moveTo>
                <a:lnTo>
                  <a:pt x="8272376" y="0"/>
                </a:lnTo>
                <a:lnTo>
                  <a:pt x="8268418" y="3537"/>
                </a:lnTo>
                <a:cubicBezTo>
                  <a:pt x="8144035" y="119112"/>
                  <a:pt x="7993952" y="270985"/>
                  <a:pt x="7818169" y="459157"/>
                </a:cubicBezTo>
                <a:lnTo>
                  <a:pt x="7818169" y="325966"/>
                </a:lnTo>
                <a:cubicBezTo>
                  <a:pt x="7905673" y="223491"/>
                  <a:pt x="7987950" y="126420"/>
                  <a:pt x="8065000" y="34754"/>
                </a:cubicBezTo>
                <a:close/>
                <a:moveTo>
                  <a:pt x="7618833" y="0"/>
                </a:moveTo>
                <a:lnTo>
                  <a:pt x="7813780" y="0"/>
                </a:lnTo>
                <a:lnTo>
                  <a:pt x="7780225" y="59582"/>
                </a:lnTo>
                <a:cubicBezTo>
                  <a:pt x="7738409" y="141149"/>
                  <a:pt x="7706402" y="225039"/>
                  <a:pt x="7684203" y="311252"/>
                </a:cubicBezTo>
                <a:lnTo>
                  <a:pt x="7677538" y="346439"/>
                </a:lnTo>
                <a:lnTo>
                  <a:pt x="7656716" y="362760"/>
                </a:lnTo>
                <a:cubicBezTo>
                  <a:pt x="7573205" y="427864"/>
                  <a:pt x="7510444" y="474193"/>
                  <a:pt x="7468435" y="501748"/>
                </a:cubicBezTo>
                <a:cubicBezTo>
                  <a:pt x="7420424" y="533239"/>
                  <a:pt x="7381447" y="548984"/>
                  <a:pt x="7351505" y="548984"/>
                </a:cubicBezTo>
                <a:cubicBezTo>
                  <a:pt x="7315367" y="548984"/>
                  <a:pt x="7297299" y="526786"/>
                  <a:pt x="7297299" y="482388"/>
                </a:cubicBezTo>
                <a:cubicBezTo>
                  <a:pt x="7297299" y="402886"/>
                  <a:pt x="7388158" y="261951"/>
                  <a:pt x="7569877" y="59582"/>
                </a:cubicBezTo>
                <a:close/>
                <a:moveTo>
                  <a:pt x="6999486" y="0"/>
                </a:moveTo>
                <a:lnTo>
                  <a:pt x="7177849" y="0"/>
                </a:lnTo>
                <a:lnTo>
                  <a:pt x="7164881" y="10022"/>
                </a:lnTo>
                <a:cubicBezTo>
                  <a:pt x="7087960" y="80232"/>
                  <a:pt x="7021365" y="147602"/>
                  <a:pt x="6965094" y="212133"/>
                </a:cubicBezTo>
                <a:cubicBezTo>
                  <a:pt x="6908823" y="276664"/>
                  <a:pt x="6862877" y="328805"/>
                  <a:pt x="6827256" y="368556"/>
                </a:cubicBezTo>
                <a:cubicBezTo>
                  <a:pt x="6791635" y="408307"/>
                  <a:pt x="6767629" y="428183"/>
                  <a:pt x="6755239" y="428183"/>
                </a:cubicBezTo>
                <a:cubicBezTo>
                  <a:pt x="6735622" y="428183"/>
                  <a:pt x="6725813" y="413211"/>
                  <a:pt x="6725813" y="383269"/>
                </a:cubicBezTo>
                <a:cubicBezTo>
                  <a:pt x="6725813" y="329579"/>
                  <a:pt x="6807380" y="212391"/>
                  <a:pt x="6970514" y="31704"/>
                </a:cubicBezTo>
                <a:close/>
                <a:moveTo>
                  <a:pt x="6301668" y="0"/>
                </a:moveTo>
                <a:lnTo>
                  <a:pt x="6721831" y="0"/>
                </a:lnTo>
                <a:lnTo>
                  <a:pt x="6706066" y="19508"/>
                </a:lnTo>
                <a:cubicBezTo>
                  <a:pt x="6675350" y="59646"/>
                  <a:pt x="6642181" y="107077"/>
                  <a:pt x="6606560" y="161799"/>
                </a:cubicBezTo>
                <a:cubicBezTo>
                  <a:pt x="6568357" y="220651"/>
                  <a:pt x="6542803" y="266081"/>
                  <a:pt x="6529897" y="298088"/>
                </a:cubicBezTo>
                <a:cubicBezTo>
                  <a:pt x="6523444" y="314092"/>
                  <a:pt x="6518604" y="333193"/>
                  <a:pt x="6515378" y="355392"/>
                </a:cubicBezTo>
                <a:lnTo>
                  <a:pt x="6514314" y="365832"/>
                </a:lnTo>
                <a:lnTo>
                  <a:pt x="6485315" y="390553"/>
                </a:lnTo>
                <a:cubicBezTo>
                  <a:pt x="6359625" y="494109"/>
                  <a:pt x="6265160" y="545887"/>
                  <a:pt x="6201919" y="545887"/>
                </a:cubicBezTo>
                <a:cubicBezTo>
                  <a:pt x="6131710" y="545887"/>
                  <a:pt x="6096605" y="507685"/>
                  <a:pt x="6096605" y="431280"/>
                </a:cubicBezTo>
                <a:cubicBezTo>
                  <a:pt x="6096605" y="384818"/>
                  <a:pt x="6106672" y="345583"/>
                  <a:pt x="6126805" y="313576"/>
                </a:cubicBezTo>
                <a:cubicBezTo>
                  <a:pt x="6146939" y="281568"/>
                  <a:pt x="6182044" y="231750"/>
                  <a:pt x="6232120" y="164122"/>
                </a:cubicBezTo>
                <a:cubicBezTo>
                  <a:pt x="6282196" y="96494"/>
                  <a:pt x="6307234" y="50289"/>
                  <a:pt x="6307234" y="25510"/>
                </a:cubicBezTo>
                <a:close/>
                <a:moveTo>
                  <a:pt x="5939575" y="0"/>
                </a:moveTo>
                <a:lnTo>
                  <a:pt x="6085045" y="0"/>
                </a:lnTo>
                <a:lnTo>
                  <a:pt x="6072115" y="17814"/>
                </a:lnTo>
                <a:cubicBezTo>
                  <a:pt x="5984418" y="136390"/>
                  <a:pt x="5906884" y="234203"/>
                  <a:pt x="5839514" y="311252"/>
                </a:cubicBezTo>
                <a:cubicBezTo>
                  <a:pt x="5749686" y="413986"/>
                  <a:pt x="5650567" y="497360"/>
                  <a:pt x="5542155" y="561374"/>
                </a:cubicBezTo>
                <a:cubicBezTo>
                  <a:pt x="5513245" y="575829"/>
                  <a:pt x="5493111" y="583057"/>
                  <a:pt x="5481754" y="583057"/>
                </a:cubicBezTo>
                <a:cubicBezTo>
                  <a:pt x="5462137" y="583057"/>
                  <a:pt x="5446649" y="572474"/>
                  <a:pt x="5435292" y="551307"/>
                </a:cubicBezTo>
                <a:cubicBezTo>
                  <a:pt x="5423934" y="530141"/>
                  <a:pt x="5418255" y="503038"/>
                  <a:pt x="5418255" y="469998"/>
                </a:cubicBezTo>
                <a:cubicBezTo>
                  <a:pt x="5418255" y="379139"/>
                  <a:pt x="5475301" y="290861"/>
                  <a:pt x="5589392" y="205164"/>
                </a:cubicBezTo>
                <a:cubicBezTo>
                  <a:pt x="5646437" y="162315"/>
                  <a:pt x="5722777" y="114820"/>
                  <a:pt x="5818412" y="62679"/>
                </a:cubicBezTo>
                <a:close/>
                <a:moveTo>
                  <a:pt x="5127792" y="0"/>
                </a:moveTo>
                <a:lnTo>
                  <a:pt x="5494590" y="0"/>
                </a:lnTo>
                <a:lnTo>
                  <a:pt x="5421353" y="62679"/>
                </a:lnTo>
                <a:cubicBezTo>
                  <a:pt x="5362501" y="118434"/>
                  <a:pt x="5319652" y="163348"/>
                  <a:pt x="5292807" y="197420"/>
                </a:cubicBezTo>
                <a:cubicBezTo>
                  <a:pt x="5265962" y="231492"/>
                  <a:pt x="5247894" y="264790"/>
                  <a:pt x="5238601" y="297314"/>
                </a:cubicBezTo>
                <a:cubicBezTo>
                  <a:pt x="5236278" y="305445"/>
                  <a:pt x="5234245" y="314076"/>
                  <a:pt x="5232503" y="323207"/>
                </a:cubicBezTo>
                <a:lnTo>
                  <a:pt x="5229127" y="345605"/>
                </a:lnTo>
                <a:lnTo>
                  <a:pt x="5175505" y="386729"/>
                </a:lnTo>
                <a:cubicBezTo>
                  <a:pt x="5039652" y="488705"/>
                  <a:pt x="4950042" y="539692"/>
                  <a:pt x="4906677" y="539692"/>
                </a:cubicBezTo>
                <a:cubicBezTo>
                  <a:pt x="4860215" y="539692"/>
                  <a:pt x="4836984" y="515428"/>
                  <a:pt x="4836984" y="466901"/>
                </a:cubicBezTo>
                <a:cubicBezTo>
                  <a:pt x="4836984" y="433861"/>
                  <a:pt x="4848858" y="394368"/>
                  <a:pt x="4872605" y="348422"/>
                </a:cubicBezTo>
                <a:cubicBezTo>
                  <a:pt x="4896352" y="302476"/>
                  <a:pt x="4930167" y="250335"/>
                  <a:pt x="4974048" y="191999"/>
                </a:cubicBezTo>
                <a:cubicBezTo>
                  <a:pt x="4995989" y="162831"/>
                  <a:pt x="5021736" y="129856"/>
                  <a:pt x="5051291" y="93074"/>
                </a:cubicBezTo>
                <a:close/>
                <a:moveTo>
                  <a:pt x="4508171" y="0"/>
                </a:moveTo>
                <a:lnTo>
                  <a:pt x="4717998" y="0"/>
                </a:lnTo>
                <a:lnTo>
                  <a:pt x="4700888" y="15297"/>
                </a:lnTo>
                <a:cubicBezTo>
                  <a:pt x="4677528" y="36819"/>
                  <a:pt x="4653200" y="59840"/>
                  <a:pt x="4627904" y="84362"/>
                </a:cubicBezTo>
                <a:cubicBezTo>
                  <a:pt x="4526719" y="182449"/>
                  <a:pt x="4406950" y="308413"/>
                  <a:pt x="4268595" y="462255"/>
                </a:cubicBezTo>
                <a:lnTo>
                  <a:pt x="4268595" y="276406"/>
                </a:lnTo>
                <a:cubicBezTo>
                  <a:pt x="4351195" y="185546"/>
                  <a:pt x="4424761" y="101140"/>
                  <a:pt x="4489291" y="23186"/>
                </a:cubicBezTo>
                <a:close/>
                <a:moveTo>
                  <a:pt x="0" y="0"/>
                </a:moveTo>
                <a:lnTo>
                  <a:pt x="3555381" y="0"/>
                </a:lnTo>
                <a:lnTo>
                  <a:pt x="3525659" y="43901"/>
                </a:lnTo>
                <a:cubicBezTo>
                  <a:pt x="3473389" y="124306"/>
                  <a:pt x="3426475" y="200001"/>
                  <a:pt x="3384917" y="270985"/>
                </a:cubicBezTo>
                <a:cubicBezTo>
                  <a:pt x="3301801" y="412953"/>
                  <a:pt x="3240368" y="532464"/>
                  <a:pt x="3200617" y="629519"/>
                </a:cubicBezTo>
                <a:cubicBezTo>
                  <a:pt x="3160866" y="726573"/>
                  <a:pt x="3140990" y="802978"/>
                  <a:pt x="3140990" y="858733"/>
                </a:cubicBezTo>
                <a:cubicBezTo>
                  <a:pt x="3140990" y="897968"/>
                  <a:pt x="3151315" y="928943"/>
                  <a:pt x="3171965" y="951657"/>
                </a:cubicBezTo>
                <a:cubicBezTo>
                  <a:pt x="3192615" y="974372"/>
                  <a:pt x="3217395" y="985730"/>
                  <a:pt x="3246305" y="985730"/>
                </a:cubicBezTo>
                <a:cubicBezTo>
                  <a:pt x="3314449" y="985730"/>
                  <a:pt x="3387240" y="918101"/>
                  <a:pt x="3464677" y="782844"/>
                </a:cubicBezTo>
                <a:cubicBezTo>
                  <a:pt x="3473970" y="767357"/>
                  <a:pt x="3487392" y="744126"/>
                  <a:pt x="3504945" y="713151"/>
                </a:cubicBezTo>
                <a:cubicBezTo>
                  <a:pt x="3522497" y="682176"/>
                  <a:pt x="3537468" y="655848"/>
                  <a:pt x="3549858" y="634165"/>
                </a:cubicBezTo>
                <a:cubicBezTo>
                  <a:pt x="3562248" y="612483"/>
                  <a:pt x="3575154" y="587187"/>
                  <a:pt x="3588577" y="558277"/>
                </a:cubicBezTo>
                <a:lnTo>
                  <a:pt x="3537468" y="519558"/>
                </a:lnTo>
                <a:cubicBezTo>
                  <a:pt x="3585996" y="415793"/>
                  <a:pt x="3655689" y="283891"/>
                  <a:pt x="3746549" y="123855"/>
                </a:cubicBezTo>
                <a:lnTo>
                  <a:pt x="3817828" y="0"/>
                </a:lnTo>
                <a:lnTo>
                  <a:pt x="4216751" y="0"/>
                </a:lnTo>
                <a:lnTo>
                  <a:pt x="4182641" y="54065"/>
                </a:lnTo>
                <a:cubicBezTo>
                  <a:pt x="4130758" y="141375"/>
                  <a:pt x="4097460" y="214456"/>
                  <a:pt x="4082747" y="273308"/>
                </a:cubicBezTo>
                <a:cubicBezTo>
                  <a:pt x="4063129" y="351778"/>
                  <a:pt x="4053320" y="423536"/>
                  <a:pt x="4053320" y="488583"/>
                </a:cubicBezTo>
                <a:cubicBezTo>
                  <a:pt x="4053320" y="686822"/>
                  <a:pt x="4093588" y="785942"/>
                  <a:pt x="4174122" y="785942"/>
                </a:cubicBezTo>
                <a:cubicBezTo>
                  <a:pt x="4193740" y="785942"/>
                  <a:pt x="4214390" y="774068"/>
                  <a:pt x="4236072" y="750321"/>
                </a:cubicBezTo>
                <a:cubicBezTo>
                  <a:pt x="4257754" y="726573"/>
                  <a:pt x="4299570" y="675207"/>
                  <a:pt x="4361520" y="596221"/>
                </a:cubicBezTo>
                <a:cubicBezTo>
                  <a:pt x="4423470" y="517235"/>
                  <a:pt x="4488001" y="440056"/>
                  <a:pt x="4555113" y="364684"/>
                </a:cubicBezTo>
                <a:cubicBezTo>
                  <a:pt x="4576795" y="338872"/>
                  <a:pt x="4603640" y="307639"/>
                  <a:pt x="4635647" y="270985"/>
                </a:cubicBezTo>
                <a:cubicBezTo>
                  <a:pt x="4667655" y="234332"/>
                  <a:pt x="4704308" y="199227"/>
                  <a:pt x="4745608" y="165671"/>
                </a:cubicBezTo>
                <a:cubicBezTo>
                  <a:pt x="4786908" y="132115"/>
                  <a:pt x="4830790" y="102430"/>
                  <a:pt x="4877251" y="76618"/>
                </a:cubicBezTo>
                <a:cubicBezTo>
                  <a:pt x="4783294" y="212907"/>
                  <a:pt x="4711278" y="331386"/>
                  <a:pt x="4661202" y="432054"/>
                </a:cubicBezTo>
                <a:cubicBezTo>
                  <a:pt x="4611126" y="532723"/>
                  <a:pt x="4586088" y="621259"/>
                  <a:pt x="4586088" y="697664"/>
                </a:cubicBezTo>
                <a:cubicBezTo>
                  <a:pt x="4586088" y="792653"/>
                  <a:pt x="4626355" y="840148"/>
                  <a:pt x="4706890" y="840148"/>
                </a:cubicBezTo>
                <a:cubicBezTo>
                  <a:pt x="4740963" y="840148"/>
                  <a:pt x="4782520" y="825177"/>
                  <a:pt x="4831564" y="795234"/>
                </a:cubicBezTo>
                <a:cubicBezTo>
                  <a:pt x="4880608" y="765292"/>
                  <a:pt x="4937911" y="721153"/>
                  <a:pt x="5003474" y="662817"/>
                </a:cubicBezTo>
                <a:cubicBezTo>
                  <a:pt x="5052646" y="619065"/>
                  <a:pt x="5108643" y="565875"/>
                  <a:pt x="5171464" y="503248"/>
                </a:cubicBezTo>
                <a:lnTo>
                  <a:pt x="5227437" y="446692"/>
                </a:lnTo>
                <a:lnTo>
                  <a:pt x="5234536" y="517816"/>
                </a:lnTo>
                <a:cubicBezTo>
                  <a:pt x="5241118" y="550210"/>
                  <a:pt x="5250992" y="582024"/>
                  <a:pt x="5264156" y="613257"/>
                </a:cubicBezTo>
                <a:cubicBezTo>
                  <a:pt x="5290484" y="675723"/>
                  <a:pt x="5320685" y="726573"/>
                  <a:pt x="5354758" y="765808"/>
                </a:cubicBezTo>
                <a:cubicBezTo>
                  <a:pt x="5388829" y="805043"/>
                  <a:pt x="5417223" y="824661"/>
                  <a:pt x="5439938" y="824661"/>
                </a:cubicBezTo>
                <a:cubicBezTo>
                  <a:pt x="5487433" y="824661"/>
                  <a:pt x="5547834" y="789298"/>
                  <a:pt x="5621142" y="718572"/>
                </a:cubicBezTo>
                <a:cubicBezTo>
                  <a:pt x="5694448" y="647846"/>
                  <a:pt x="5806474" y="528851"/>
                  <a:pt x="5957218" y="361587"/>
                </a:cubicBezTo>
                <a:cubicBezTo>
                  <a:pt x="5898366" y="516461"/>
                  <a:pt x="5868940" y="634681"/>
                  <a:pt x="5868940" y="716249"/>
                </a:cubicBezTo>
                <a:cubicBezTo>
                  <a:pt x="5868940" y="767873"/>
                  <a:pt x="5877458" y="806850"/>
                  <a:pt x="5894494" y="833179"/>
                </a:cubicBezTo>
                <a:cubicBezTo>
                  <a:pt x="5911530" y="859507"/>
                  <a:pt x="5940182" y="872672"/>
                  <a:pt x="5980449" y="872672"/>
                </a:cubicBezTo>
                <a:cubicBezTo>
                  <a:pt x="6085957" y="872672"/>
                  <a:pt x="6256803" y="745173"/>
                  <a:pt x="6492986" y="490175"/>
                </a:cubicBezTo>
                <a:lnTo>
                  <a:pt x="6512026" y="469317"/>
                </a:lnTo>
                <a:lnTo>
                  <a:pt x="6513151" y="498069"/>
                </a:lnTo>
                <a:cubicBezTo>
                  <a:pt x="6518378" y="562729"/>
                  <a:pt x="6531446" y="621001"/>
                  <a:pt x="6552354" y="672884"/>
                </a:cubicBezTo>
                <a:cubicBezTo>
                  <a:pt x="6580231" y="742061"/>
                  <a:pt x="6610690" y="776650"/>
                  <a:pt x="6643730" y="776650"/>
                </a:cubicBezTo>
                <a:cubicBezTo>
                  <a:pt x="6665412" y="776650"/>
                  <a:pt x="6686836" y="766066"/>
                  <a:pt x="6708002" y="744900"/>
                </a:cubicBezTo>
                <a:cubicBezTo>
                  <a:pt x="6729169" y="723734"/>
                  <a:pt x="6762725" y="682434"/>
                  <a:pt x="6808671" y="621001"/>
                </a:cubicBezTo>
                <a:cubicBezTo>
                  <a:pt x="6854617" y="559567"/>
                  <a:pt x="6897723" y="503813"/>
                  <a:pt x="6937991" y="453737"/>
                </a:cubicBezTo>
                <a:cubicBezTo>
                  <a:pt x="6978258" y="403661"/>
                  <a:pt x="7027302" y="350745"/>
                  <a:pt x="7085121" y="294991"/>
                </a:cubicBezTo>
                <a:cubicBezTo>
                  <a:pt x="7173916" y="206196"/>
                  <a:pt x="7247739" y="146828"/>
                  <a:pt x="7306591" y="116885"/>
                </a:cubicBezTo>
                <a:cubicBezTo>
                  <a:pt x="7258064" y="198452"/>
                  <a:pt x="7215215" y="271501"/>
                  <a:pt x="7178046" y="336032"/>
                </a:cubicBezTo>
                <a:cubicBezTo>
                  <a:pt x="7140876" y="400563"/>
                  <a:pt x="7113256" y="450123"/>
                  <a:pt x="7095188" y="484712"/>
                </a:cubicBezTo>
                <a:cubicBezTo>
                  <a:pt x="7077119" y="519300"/>
                  <a:pt x="7062922" y="552598"/>
                  <a:pt x="7052598" y="584605"/>
                </a:cubicBezTo>
                <a:cubicBezTo>
                  <a:pt x="7042273" y="616613"/>
                  <a:pt x="7037110" y="649136"/>
                  <a:pt x="7037110" y="682176"/>
                </a:cubicBezTo>
                <a:cubicBezTo>
                  <a:pt x="7037110" y="793686"/>
                  <a:pt x="7079442" y="849440"/>
                  <a:pt x="7164107" y="849440"/>
                </a:cubicBezTo>
                <a:cubicBezTo>
                  <a:pt x="7213667" y="849440"/>
                  <a:pt x="7277681" y="817433"/>
                  <a:pt x="7356151" y="753418"/>
                </a:cubicBezTo>
                <a:cubicBezTo>
                  <a:pt x="7424812" y="697406"/>
                  <a:pt x="7519560" y="610563"/>
                  <a:pt x="7640394" y="492891"/>
                </a:cubicBezTo>
                <a:lnTo>
                  <a:pt x="7657202" y="476417"/>
                </a:lnTo>
                <a:lnTo>
                  <a:pt x="7650905" y="579959"/>
                </a:lnTo>
                <a:cubicBezTo>
                  <a:pt x="7650905" y="648104"/>
                  <a:pt x="7657100" y="699987"/>
                  <a:pt x="7669490" y="735608"/>
                </a:cubicBezTo>
                <a:cubicBezTo>
                  <a:pt x="7681880" y="771229"/>
                  <a:pt x="7702014" y="789039"/>
                  <a:pt x="7729891" y="789039"/>
                </a:cubicBezTo>
                <a:cubicBezTo>
                  <a:pt x="7743313" y="789039"/>
                  <a:pt x="7758285" y="779747"/>
                  <a:pt x="7774804" y="761162"/>
                </a:cubicBezTo>
                <a:cubicBezTo>
                  <a:pt x="7791324" y="742577"/>
                  <a:pt x="7820751" y="705149"/>
                  <a:pt x="7863083" y="648878"/>
                </a:cubicBezTo>
                <a:cubicBezTo>
                  <a:pt x="7905415" y="592607"/>
                  <a:pt x="7952910" y="531948"/>
                  <a:pt x="8005567" y="466901"/>
                </a:cubicBezTo>
                <a:cubicBezTo>
                  <a:pt x="8049964" y="560858"/>
                  <a:pt x="8088425" y="634165"/>
                  <a:pt x="8120948" y="686822"/>
                </a:cubicBezTo>
                <a:cubicBezTo>
                  <a:pt x="8153472" y="739480"/>
                  <a:pt x="8190126" y="780779"/>
                  <a:pt x="8230909" y="810722"/>
                </a:cubicBezTo>
                <a:cubicBezTo>
                  <a:pt x="8271693" y="840664"/>
                  <a:pt x="8317381" y="855635"/>
                  <a:pt x="8367973" y="855635"/>
                </a:cubicBezTo>
                <a:cubicBezTo>
                  <a:pt x="8420630" y="855635"/>
                  <a:pt x="8486194" y="820789"/>
                  <a:pt x="8564663" y="751095"/>
                </a:cubicBezTo>
                <a:cubicBezTo>
                  <a:pt x="8633324" y="690114"/>
                  <a:pt x="8716214" y="604033"/>
                  <a:pt x="8813332" y="492855"/>
                </a:cubicBezTo>
                <a:lnTo>
                  <a:pt x="8846166" y="454852"/>
                </a:lnTo>
                <a:lnTo>
                  <a:pt x="8848382" y="487422"/>
                </a:lnTo>
                <a:cubicBezTo>
                  <a:pt x="8851350" y="518139"/>
                  <a:pt x="8855804" y="544854"/>
                  <a:pt x="8861740" y="567569"/>
                </a:cubicBezTo>
                <a:cubicBezTo>
                  <a:pt x="8873614" y="612999"/>
                  <a:pt x="8903814" y="660494"/>
                  <a:pt x="8952342" y="710054"/>
                </a:cubicBezTo>
                <a:cubicBezTo>
                  <a:pt x="9034942" y="792653"/>
                  <a:pt x="9124768" y="833953"/>
                  <a:pt x="9221823" y="833953"/>
                </a:cubicBezTo>
                <a:cubicBezTo>
                  <a:pt x="9297194" y="833953"/>
                  <a:pt x="9387022" y="800655"/>
                  <a:pt x="9491304" y="734059"/>
                </a:cubicBezTo>
                <a:cubicBezTo>
                  <a:pt x="9595586" y="667463"/>
                  <a:pt x="9713806" y="569634"/>
                  <a:pt x="9845966" y="440572"/>
                </a:cubicBezTo>
                <a:lnTo>
                  <a:pt x="9845966" y="336807"/>
                </a:lnTo>
                <a:cubicBezTo>
                  <a:pt x="9777822" y="393594"/>
                  <a:pt x="9718195" y="439798"/>
                  <a:pt x="9667086" y="475419"/>
                </a:cubicBezTo>
                <a:cubicBezTo>
                  <a:pt x="9615978" y="511040"/>
                  <a:pt x="9565902" y="539434"/>
                  <a:pt x="9516858" y="560600"/>
                </a:cubicBezTo>
                <a:cubicBezTo>
                  <a:pt x="9467815" y="581766"/>
                  <a:pt x="9422127" y="592349"/>
                  <a:pt x="9379794" y="592349"/>
                </a:cubicBezTo>
                <a:cubicBezTo>
                  <a:pt x="9358112" y="592349"/>
                  <a:pt x="9328686" y="589252"/>
                  <a:pt x="9291516" y="583057"/>
                </a:cubicBezTo>
                <a:cubicBezTo>
                  <a:pt x="9384441" y="523172"/>
                  <a:pt x="9460330" y="464578"/>
                  <a:pt x="9519182" y="407275"/>
                </a:cubicBezTo>
                <a:cubicBezTo>
                  <a:pt x="9578034" y="349971"/>
                  <a:pt x="9622947" y="290086"/>
                  <a:pt x="9653922" y="227620"/>
                </a:cubicBezTo>
                <a:cubicBezTo>
                  <a:pt x="9684897" y="165154"/>
                  <a:pt x="9700384" y="99849"/>
                  <a:pt x="9700384" y="31704"/>
                </a:cubicBezTo>
                <a:lnTo>
                  <a:pt x="9697173" y="0"/>
                </a:lnTo>
                <a:lnTo>
                  <a:pt x="12192000" y="0"/>
                </a:lnTo>
                <a:lnTo>
                  <a:pt x="12192000" y="3429000"/>
                </a:lnTo>
                <a:lnTo>
                  <a:pt x="0" y="3429000"/>
                </a:ln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477940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3203</TotalTime>
  <Words>1347</Words>
  <Application>Microsoft Office PowerPoint</Application>
  <PresentationFormat>宽屏</PresentationFormat>
  <Paragraphs>97</Paragraphs>
  <Slides>22</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等线</vt:lpstr>
      <vt:lpstr>Arial</vt:lpstr>
      <vt:lpstr>Calibri</vt:lpstr>
      <vt:lpstr>Calibri Light</vt:lpstr>
      <vt:lpstr>Cascadia Mono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Maclen 轩</dc:creator>
  <cp:lastModifiedBy>Maclen 轩</cp:lastModifiedBy>
  <cp:revision>1</cp:revision>
  <dcterms:created xsi:type="dcterms:W3CDTF">2024-11-28T00:14:48Z</dcterms:created>
  <dcterms:modified xsi:type="dcterms:W3CDTF">2024-12-14T19:29:56Z</dcterms:modified>
</cp:coreProperties>
</file>